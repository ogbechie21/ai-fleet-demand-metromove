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FFA205-8F57-47C2-BC61-78B02B8F49B5}" v="13" dt="2025-12-12T22:52:44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8" y="77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are, Matthew" userId="516c1237-b267-408c-b4bb-8e6fd3879c59" providerId="ADAL" clId="{918F1A05-AED3-488E-BB83-BD17A1BEEBEF}"/>
    <pc:docChg chg="undo custSel modSld">
      <pc:chgData name="Asare, Matthew" userId="516c1237-b267-408c-b4bb-8e6fd3879c59" providerId="ADAL" clId="{918F1A05-AED3-488E-BB83-BD17A1BEEBEF}" dt="2025-12-12T22:53:18.181" v="60" actId="2711"/>
      <pc:docMkLst>
        <pc:docMk/>
      </pc:docMkLst>
      <pc:sldChg chg="addSp delSp modSp mod setBg addAnim delAnim setClrOvrMap delDesignElem">
        <pc:chgData name="Asare, Matthew" userId="516c1237-b267-408c-b4bb-8e6fd3879c59" providerId="ADAL" clId="{918F1A05-AED3-488E-BB83-BD17A1BEEBEF}" dt="2025-12-12T22:30:29.930" v="11"/>
        <pc:sldMkLst>
          <pc:docMk/>
          <pc:sldMk cId="3892649889" sldId="256"/>
        </pc:sldMkLst>
        <pc:spChg chg="mod">
          <ac:chgData name="Asare, Matthew" userId="516c1237-b267-408c-b4bb-8e6fd3879c59" providerId="ADAL" clId="{918F1A05-AED3-488E-BB83-BD17A1BEEBEF}" dt="2025-12-12T22:29:15.545" v="8" actId="26606"/>
          <ac:spMkLst>
            <pc:docMk/>
            <pc:sldMk cId="3892649889" sldId="256"/>
            <ac:spMk id="2" creationId="{BE1540EA-1F58-5B99-2958-B0022ACE6E4E}"/>
          </ac:spMkLst>
        </pc:spChg>
        <pc:spChg chg="mod">
          <ac:chgData name="Asare, Matthew" userId="516c1237-b267-408c-b4bb-8e6fd3879c59" providerId="ADAL" clId="{918F1A05-AED3-488E-BB83-BD17A1BEEBEF}" dt="2025-12-12T22:29:15.545" v="8" actId="26606"/>
          <ac:spMkLst>
            <pc:docMk/>
            <pc:sldMk cId="3892649889" sldId="256"/>
            <ac:spMk id="3" creationId="{651797F4-7A15-31B5-1F76-46C13A736386}"/>
          </ac:spMkLst>
        </pc:spChg>
        <pc:spChg chg="add del">
          <ac:chgData name="Asare, Matthew" userId="516c1237-b267-408c-b4bb-8e6fd3879c59" providerId="ADAL" clId="{918F1A05-AED3-488E-BB83-BD17A1BEEBEF}" dt="2025-12-12T22:29:15.512" v="7" actId="26606"/>
          <ac:spMkLst>
            <pc:docMk/>
            <pc:sldMk cId="3892649889" sldId="256"/>
            <ac:spMk id="9" creationId="{EB0222B5-B739-82A9-5CCC-C5585AE12A69}"/>
          </ac:spMkLst>
        </pc:spChg>
        <pc:spChg chg="add del">
          <ac:chgData name="Asare, Matthew" userId="516c1237-b267-408c-b4bb-8e6fd3879c59" providerId="ADAL" clId="{918F1A05-AED3-488E-BB83-BD17A1BEEBEF}" dt="2025-12-12T22:29:15.512" v="7" actId="26606"/>
          <ac:spMkLst>
            <pc:docMk/>
            <pc:sldMk cId="3892649889" sldId="256"/>
            <ac:spMk id="11" creationId="{5BE23E75-E7E9-4D9F-6D25-5512363F8621}"/>
          </ac:spMkLst>
        </pc:spChg>
        <pc:spChg chg="add del">
          <ac:chgData name="Asare, Matthew" userId="516c1237-b267-408c-b4bb-8e6fd3879c59" providerId="ADAL" clId="{918F1A05-AED3-488E-BB83-BD17A1BEEBEF}" dt="2025-12-12T22:30:29.930" v="11"/>
          <ac:spMkLst>
            <pc:docMk/>
            <pc:sldMk cId="3892649889" sldId="256"/>
            <ac:spMk id="15" creationId="{71B2258F-86CA-4D4D-8270-BC05FCDEBFB3}"/>
          </ac:spMkLst>
        </pc:spChg>
        <pc:picChg chg="add del">
          <ac:chgData name="Asare, Matthew" userId="516c1237-b267-408c-b4bb-8e6fd3879c59" providerId="ADAL" clId="{918F1A05-AED3-488E-BB83-BD17A1BEEBEF}" dt="2025-12-12T22:29:15.512" v="7" actId="26606"/>
          <ac:picMkLst>
            <pc:docMk/>
            <pc:sldMk cId="3892649889" sldId="256"/>
            <ac:picMk id="5" creationId="{31CBDCBD-5F77-9521-9AE2-31D7587C9339}"/>
          </ac:picMkLst>
        </pc:picChg>
        <pc:picChg chg="add">
          <ac:chgData name="Asare, Matthew" userId="516c1237-b267-408c-b4bb-8e6fd3879c59" providerId="ADAL" clId="{918F1A05-AED3-488E-BB83-BD17A1BEEBEF}" dt="2025-12-12T22:29:15.545" v="8" actId="26606"/>
          <ac:picMkLst>
            <pc:docMk/>
            <pc:sldMk cId="3892649889" sldId="256"/>
            <ac:picMk id="16" creationId="{4FF0AA45-C75C-E0E5-9100-1AEBDC8F3B86}"/>
          </ac:picMkLst>
        </pc:picChg>
        <pc:cxnChg chg="add del">
          <ac:chgData name="Asare, Matthew" userId="516c1237-b267-408c-b4bb-8e6fd3879c59" providerId="ADAL" clId="{918F1A05-AED3-488E-BB83-BD17A1BEEBEF}" dt="2025-12-12T22:29:15.512" v="7" actId="26606"/>
          <ac:cxnSpMkLst>
            <pc:docMk/>
            <pc:sldMk cId="3892649889" sldId="256"/>
            <ac:cxnSpMk id="13" creationId="{61B115DB-65EB-3FC3-7284-CFDF4ADC60B6}"/>
          </ac:cxnSpMkLst>
        </pc:cxnChg>
      </pc:sldChg>
      <pc:sldChg chg="addSp delSp modSp mod setBg delDesignElem">
        <pc:chgData name="Asare, Matthew" userId="516c1237-b267-408c-b4bb-8e6fd3879c59" providerId="ADAL" clId="{918F1A05-AED3-488E-BB83-BD17A1BEEBEF}" dt="2025-12-12T22:30:29.930" v="11"/>
        <pc:sldMkLst>
          <pc:docMk/>
          <pc:sldMk cId="3686626533" sldId="257"/>
        </pc:sldMkLst>
        <pc:spChg chg="del mod">
          <ac:chgData name="Asare, Matthew" userId="516c1237-b267-408c-b4bb-8e6fd3879c59" providerId="ADAL" clId="{918F1A05-AED3-488E-BB83-BD17A1BEEBEF}" dt="2025-12-12T22:26:24.335" v="3" actId="26606"/>
          <ac:spMkLst>
            <pc:docMk/>
            <pc:sldMk cId="3686626533" sldId="257"/>
            <ac:spMk id="3" creationId="{DC8932F0-21A2-3558-EF2C-6DEF717CC55E}"/>
          </ac:spMkLst>
        </pc:spChg>
        <pc:spChg chg="add del">
          <ac:chgData name="Asare, Matthew" userId="516c1237-b267-408c-b4bb-8e6fd3879c59" providerId="ADAL" clId="{918F1A05-AED3-488E-BB83-BD17A1BEEBEF}" dt="2025-12-12T22:30:29.930" v="11"/>
          <ac:spMkLst>
            <pc:docMk/>
            <pc:sldMk cId="3686626533" sldId="257"/>
            <ac:spMk id="9" creationId="{BACC6370-2D7E-4714-9D71-7542949D7D5D}"/>
          </ac:spMkLst>
        </pc:spChg>
        <pc:spChg chg="add del">
          <ac:chgData name="Asare, Matthew" userId="516c1237-b267-408c-b4bb-8e6fd3879c59" providerId="ADAL" clId="{918F1A05-AED3-488E-BB83-BD17A1BEEBEF}" dt="2025-12-12T22:30:29.930" v="11"/>
          <ac:spMkLst>
            <pc:docMk/>
            <pc:sldMk cId="3686626533" sldId="257"/>
            <ac:spMk id="11" creationId="{256B2C21-A230-48C0-8DF1-C46611373C44}"/>
          </ac:spMkLst>
        </pc:spChg>
        <pc:spChg chg="add del">
          <ac:chgData name="Asare, Matthew" userId="516c1237-b267-408c-b4bb-8e6fd3879c59" providerId="ADAL" clId="{918F1A05-AED3-488E-BB83-BD17A1BEEBEF}" dt="2025-12-12T22:30:29.930" v="11"/>
          <ac:spMkLst>
            <pc:docMk/>
            <pc:sldMk cId="3686626533" sldId="257"/>
            <ac:spMk id="13" creationId="{3847E18C-932D-4C95-AABA-FEC7C9499AD7}"/>
          </ac:spMkLst>
        </pc:spChg>
        <pc:spChg chg="add del">
          <ac:chgData name="Asare, Matthew" userId="516c1237-b267-408c-b4bb-8e6fd3879c59" providerId="ADAL" clId="{918F1A05-AED3-488E-BB83-BD17A1BEEBEF}" dt="2025-12-12T22:30:29.930" v="11"/>
          <ac:spMkLst>
            <pc:docMk/>
            <pc:sldMk cId="3686626533" sldId="257"/>
            <ac:spMk id="15" creationId="{3150CB11-0C61-439E-910F-5787759E72A0}"/>
          </ac:spMkLst>
        </pc:spChg>
        <pc:spChg chg="add del">
          <ac:chgData name="Asare, Matthew" userId="516c1237-b267-408c-b4bb-8e6fd3879c59" providerId="ADAL" clId="{918F1A05-AED3-488E-BB83-BD17A1BEEBEF}" dt="2025-12-12T22:30:29.930" v="11"/>
          <ac:spMkLst>
            <pc:docMk/>
            <pc:sldMk cId="3686626533" sldId="257"/>
            <ac:spMk id="17" creationId="{43F8A58B-5155-44CE-A5FF-7647B47D0A7A}"/>
          </ac:spMkLst>
        </pc:spChg>
        <pc:spChg chg="add del">
          <ac:chgData name="Asare, Matthew" userId="516c1237-b267-408c-b4bb-8e6fd3879c59" providerId="ADAL" clId="{918F1A05-AED3-488E-BB83-BD17A1BEEBEF}" dt="2025-12-12T22:30:29.930" v="11"/>
          <ac:spMkLst>
            <pc:docMk/>
            <pc:sldMk cId="3686626533" sldId="257"/>
            <ac:spMk id="19" creationId="{443F2ACA-E6D6-4028-82DD-F03C262D5DE6}"/>
          </ac:spMkLst>
        </pc:spChg>
        <pc:graphicFrameChg chg="add">
          <ac:chgData name="Asare, Matthew" userId="516c1237-b267-408c-b4bb-8e6fd3879c59" providerId="ADAL" clId="{918F1A05-AED3-488E-BB83-BD17A1BEEBEF}" dt="2025-12-12T22:26:24.335" v="3" actId="26606"/>
          <ac:graphicFrameMkLst>
            <pc:docMk/>
            <pc:sldMk cId="3686626533" sldId="257"/>
            <ac:graphicFrameMk id="5" creationId="{7A478A2B-59D8-2270-7D3A-FFE8C51A2B57}"/>
          </ac:graphicFrameMkLst>
        </pc:graphicFrameChg>
      </pc:sldChg>
      <pc:sldChg chg="addSp delSp modSp mod setBg setClrOvrMap delDesignElem">
        <pc:chgData name="Asare, Matthew" userId="516c1237-b267-408c-b4bb-8e6fd3879c59" providerId="ADAL" clId="{918F1A05-AED3-488E-BB83-BD17A1BEEBEF}" dt="2025-12-12T22:48:21.921" v="48" actId="2711"/>
        <pc:sldMkLst>
          <pc:docMk/>
          <pc:sldMk cId="276977641" sldId="258"/>
        </pc:sldMkLst>
        <pc:spChg chg="mod">
          <ac:chgData name="Asare, Matthew" userId="516c1237-b267-408c-b4bb-8e6fd3879c59" providerId="ADAL" clId="{918F1A05-AED3-488E-BB83-BD17A1BEEBEF}" dt="2025-12-12T22:36:56.483" v="27"/>
          <ac:spMkLst>
            <pc:docMk/>
            <pc:sldMk cId="276977641" sldId="258"/>
            <ac:spMk id="2" creationId="{6660D60E-E37F-6429-DED0-FC2D5E0CF385}"/>
          </ac:spMkLst>
        </pc:spChg>
        <pc:spChg chg="mod">
          <ac:chgData name="Asare, Matthew" userId="516c1237-b267-408c-b4bb-8e6fd3879c59" providerId="ADAL" clId="{918F1A05-AED3-488E-BB83-BD17A1BEEBEF}" dt="2025-12-12T22:48:21.921" v="48" actId="2711"/>
          <ac:spMkLst>
            <pc:docMk/>
            <pc:sldMk cId="276977641" sldId="258"/>
            <ac:spMk id="3" creationId="{B73D991C-E62A-45E3-B6F8-4B56666EC0BA}"/>
          </ac:spMkLst>
        </pc:spChg>
        <pc:picChg chg="add">
          <ac:chgData name="Asare, Matthew" userId="516c1237-b267-408c-b4bb-8e6fd3879c59" providerId="ADAL" clId="{918F1A05-AED3-488E-BB83-BD17A1BEEBEF}" dt="2025-12-12T22:31:01.792" v="12" actId="26606"/>
          <ac:picMkLst>
            <pc:docMk/>
            <pc:sldMk cId="276977641" sldId="258"/>
            <ac:picMk id="5" creationId="{B21357E3-8787-3615-9CB7-A2A222F45D6A}"/>
          </ac:picMkLst>
        </pc:picChg>
        <pc:cxnChg chg="add del">
          <ac:chgData name="Asare, Matthew" userId="516c1237-b267-408c-b4bb-8e6fd3879c59" providerId="ADAL" clId="{918F1A05-AED3-488E-BB83-BD17A1BEEBEF}" dt="2025-12-12T22:36:48.707" v="23"/>
          <ac:cxnSpMkLst>
            <pc:docMk/>
            <pc:sldMk cId="276977641" sldId="258"/>
            <ac:cxnSpMk id="9" creationId="{FBC3B7EE-8632-4756-A078-1B3B0DF3B53E}"/>
          </ac:cxnSpMkLst>
        </pc:cxnChg>
      </pc:sldChg>
      <pc:sldChg chg="addSp delSp modSp mod setBg setClrOvrMap delDesignElem">
        <pc:chgData name="Asare, Matthew" userId="516c1237-b267-408c-b4bb-8e6fd3879c59" providerId="ADAL" clId="{918F1A05-AED3-488E-BB83-BD17A1BEEBEF}" dt="2025-12-12T22:48:39.054" v="49" actId="2711"/>
        <pc:sldMkLst>
          <pc:docMk/>
          <pc:sldMk cId="4051972500" sldId="259"/>
        </pc:sldMkLst>
        <pc:spChg chg="mod">
          <ac:chgData name="Asare, Matthew" userId="516c1237-b267-408c-b4bb-8e6fd3879c59" providerId="ADAL" clId="{918F1A05-AED3-488E-BB83-BD17A1BEEBEF}" dt="2025-12-12T22:36:56.483" v="27"/>
          <ac:spMkLst>
            <pc:docMk/>
            <pc:sldMk cId="4051972500" sldId="259"/>
            <ac:spMk id="2" creationId="{41D1C6AF-3EED-AF55-CA5E-D6FBC89BCD7E}"/>
          </ac:spMkLst>
        </pc:spChg>
        <pc:spChg chg="mod">
          <ac:chgData name="Asare, Matthew" userId="516c1237-b267-408c-b4bb-8e6fd3879c59" providerId="ADAL" clId="{918F1A05-AED3-488E-BB83-BD17A1BEEBEF}" dt="2025-12-12T22:48:39.054" v="49" actId="2711"/>
          <ac:spMkLst>
            <pc:docMk/>
            <pc:sldMk cId="4051972500" sldId="259"/>
            <ac:spMk id="3" creationId="{40F08D8B-57CC-62E3-BCED-994458DFA9D1}"/>
          </ac:spMkLst>
        </pc:spChg>
        <pc:picChg chg="add">
          <ac:chgData name="Asare, Matthew" userId="516c1237-b267-408c-b4bb-8e6fd3879c59" providerId="ADAL" clId="{918F1A05-AED3-488E-BB83-BD17A1BEEBEF}" dt="2025-12-12T22:34:01.841" v="14" actId="26606"/>
          <ac:picMkLst>
            <pc:docMk/>
            <pc:sldMk cId="4051972500" sldId="259"/>
            <ac:picMk id="5" creationId="{8B54CDA5-6D08-D329-A033-6A572D065F15}"/>
          </ac:picMkLst>
        </pc:picChg>
        <pc:cxnChg chg="add del">
          <ac:chgData name="Asare, Matthew" userId="516c1237-b267-408c-b4bb-8e6fd3879c59" providerId="ADAL" clId="{918F1A05-AED3-488E-BB83-BD17A1BEEBEF}" dt="2025-12-12T22:36:48.707" v="23"/>
          <ac:cxnSpMkLst>
            <pc:docMk/>
            <pc:sldMk cId="4051972500" sldId="259"/>
            <ac:cxnSpMk id="9" creationId="{5ECB1430-5CD1-470D-8F0F-7EDE4C790297}"/>
          </ac:cxnSpMkLst>
        </pc:cxnChg>
      </pc:sldChg>
      <pc:sldChg chg="addSp delSp modSp mod setBg setClrOvrMap delDesignElem">
        <pc:chgData name="Asare, Matthew" userId="516c1237-b267-408c-b4bb-8e6fd3879c59" providerId="ADAL" clId="{918F1A05-AED3-488E-BB83-BD17A1BEEBEF}" dt="2025-12-12T22:48:54.761" v="50" actId="2711"/>
        <pc:sldMkLst>
          <pc:docMk/>
          <pc:sldMk cId="4130039350" sldId="260"/>
        </pc:sldMkLst>
        <pc:spChg chg="mod">
          <ac:chgData name="Asare, Matthew" userId="516c1237-b267-408c-b4bb-8e6fd3879c59" providerId="ADAL" clId="{918F1A05-AED3-488E-BB83-BD17A1BEEBEF}" dt="2025-12-12T22:36:56.483" v="27"/>
          <ac:spMkLst>
            <pc:docMk/>
            <pc:sldMk cId="4130039350" sldId="260"/>
            <ac:spMk id="2" creationId="{E86F5BA6-B5DC-96B9-9CC6-FA8562556068}"/>
          </ac:spMkLst>
        </pc:spChg>
        <pc:spChg chg="mod">
          <ac:chgData name="Asare, Matthew" userId="516c1237-b267-408c-b4bb-8e6fd3879c59" providerId="ADAL" clId="{918F1A05-AED3-488E-BB83-BD17A1BEEBEF}" dt="2025-12-12T22:48:54.761" v="50" actId="2711"/>
          <ac:spMkLst>
            <pc:docMk/>
            <pc:sldMk cId="4130039350" sldId="260"/>
            <ac:spMk id="3" creationId="{E3156D61-2877-FB58-C2FA-BC6E6457359C}"/>
          </ac:spMkLst>
        </pc:spChg>
        <pc:picChg chg="add">
          <ac:chgData name="Asare, Matthew" userId="516c1237-b267-408c-b4bb-8e6fd3879c59" providerId="ADAL" clId="{918F1A05-AED3-488E-BB83-BD17A1BEEBEF}" dt="2025-12-12T22:34:15.340" v="15" actId="26606"/>
          <ac:picMkLst>
            <pc:docMk/>
            <pc:sldMk cId="4130039350" sldId="260"/>
            <ac:picMk id="5" creationId="{4774A09E-A156-3607-0C23-9A84BB43C7E2}"/>
          </ac:picMkLst>
        </pc:picChg>
        <pc:cxnChg chg="add del">
          <ac:chgData name="Asare, Matthew" userId="516c1237-b267-408c-b4bb-8e6fd3879c59" providerId="ADAL" clId="{918F1A05-AED3-488E-BB83-BD17A1BEEBEF}" dt="2025-12-12T22:36:48.707" v="23"/>
          <ac:cxnSpMkLst>
            <pc:docMk/>
            <pc:sldMk cId="4130039350" sldId="260"/>
            <ac:cxnSpMk id="9" creationId="{FBC3B7EE-8632-4756-A078-1B3B0DF3B53E}"/>
          </ac:cxnSpMkLst>
        </pc:cxnChg>
      </pc:sldChg>
      <pc:sldChg chg="addSp delSp modSp mod setBg delDesignElem">
        <pc:chgData name="Asare, Matthew" userId="516c1237-b267-408c-b4bb-8e6fd3879c59" providerId="ADAL" clId="{918F1A05-AED3-488E-BB83-BD17A1BEEBEF}" dt="2025-12-12T22:49:50.324" v="52" actId="313"/>
        <pc:sldMkLst>
          <pc:docMk/>
          <pc:sldMk cId="13542522" sldId="261"/>
        </pc:sldMkLst>
        <pc:spChg chg="mod">
          <ac:chgData name="Asare, Matthew" userId="516c1237-b267-408c-b4bb-8e6fd3879c59" providerId="ADAL" clId="{918F1A05-AED3-488E-BB83-BD17A1BEEBEF}" dt="2025-12-12T22:35:07.578" v="18" actId="26606"/>
          <ac:spMkLst>
            <pc:docMk/>
            <pc:sldMk cId="13542522" sldId="261"/>
            <ac:spMk id="2" creationId="{B019799A-2CDD-2305-9FDD-7A2A29478821}"/>
          </ac:spMkLst>
        </pc:spChg>
        <pc:spChg chg="add del mod">
          <ac:chgData name="Asare, Matthew" userId="516c1237-b267-408c-b4bb-8e6fd3879c59" providerId="ADAL" clId="{918F1A05-AED3-488E-BB83-BD17A1BEEBEF}" dt="2025-12-12T22:35:07.578" v="18" actId="26606"/>
          <ac:spMkLst>
            <pc:docMk/>
            <pc:sldMk cId="13542522" sldId="261"/>
            <ac:spMk id="3" creationId="{16F276B8-3F07-E576-E9A7-A2538A87E7B0}"/>
          </ac:spMkLst>
        </pc:spChg>
        <pc:spChg chg="add del">
          <ac:chgData name="Asare, Matthew" userId="516c1237-b267-408c-b4bb-8e6fd3879c59" providerId="ADAL" clId="{918F1A05-AED3-488E-BB83-BD17A1BEEBEF}" dt="2025-12-12T22:35:07.525" v="17" actId="26606"/>
          <ac:spMkLst>
            <pc:docMk/>
            <pc:sldMk cId="13542522" sldId="261"/>
            <ac:spMk id="9" creationId="{0AE4C84F-7457-4662-AFA3-554A32B9C3DC}"/>
          </ac:spMkLst>
        </pc:spChg>
        <pc:spChg chg="add del">
          <ac:chgData name="Asare, Matthew" userId="516c1237-b267-408c-b4bb-8e6fd3879c59" providerId="ADAL" clId="{918F1A05-AED3-488E-BB83-BD17A1BEEBEF}" dt="2025-12-12T22:35:07.525" v="17" actId="26606"/>
          <ac:spMkLst>
            <pc:docMk/>
            <pc:sldMk cId="13542522" sldId="261"/>
            <ac:spMk id="11" creationId="{9DF9B39E-8A25-4BC3-B3C0-ACD46B94E6DF}"/>
          </ac:spMkLst>
        </pc:spChg>
        <pc:spChg chg="add del">
          <ac:chgData name="Asare, Matthew" userId="516c1237-b267-408c-b4bb-8e6fd3879c59" providerId="ADAL" clId="{918F1A05-AED3-488E-BB83-BD17A1BEEBEF}" dt="2025-12-12T22:36:48.707" v="23"/>
          <ac:spMkLst>
            <pc:docMk/>
            <pc:sldMk cId="13542522" sldId="261"/>
            <ac:spMk id="15" creationId="{F7422F06-6017-4361-8872-E0E2CEB20B48}"/>
          </ac:spMkLst>
        </pc:spChg>
        <pc:spChg chg="add">
          <ac:chgData name="Asare, Matthew" userId="516c1237-b267-408c-b4bb-8e6fd3879c59" providerId="ADAL" clId="{918F1A05-AED3-488E-BB83-BD17A1BEEBEF}" dt="2025-12-12T22:40:30.976" v="33" actId="26606"/>
          <ac:spMkLst>
            <pc:docMk/>
            <pc:sldMk cId="13542522" sldId="261"/>
            <ac:spMk id="21" creationId="{F7422F06-6017-4361-8872-E0E2CEB20B48}"/>
          </ac:spMkLst>
        </pc:spChg>
        <pc:graphicFrameChg chg="add del">
          <ac:chgData name="Asare, Matthew" userId="516c1237-b267-408c-b4bb-8e6fd3879c59" providerId="ADAL" clId="{918F1A05-AED3-488E-BB83-BD17A1BEEBEF}" dt="2025-12-12T22:35:07.525" v="17" actId="26606"/>
          <ac:graphicFrameMkLst>
            <pc:docMk/>
            <pc:sldMk cId="13542522" sldId="261"/>
            <ac:graphicFrameMk id="5" creationId="{6E15D8C6-9F76-9B74-A1D1-DAE039B18CF8}"/>
          </ac:graphicFrameMkLst>
        </pc:graphicFrameChg>
        <pc:graphicFrameChg chg="add mod modGraphic">
          <ac:chgData name="Asare, Matthew" userId="516c1237-b267-408c-b4bb-8e6fd3879c59" providerId="ADAL" clId="{918F1A05-AED3-488E-BB83-BD17A1BEEBEF}" dt="2025-12-12T22:49:50.324" v="52" actId="313"/>
          <ac:graphicFrameMkLst>
            <pc:docMk/>
            <pc:sldMk cId="13542522" sldId="261"/>
            <ac:graphicFrameMk id="16" creationId="{61E7CED5-88FC-2F7C-2612-8682ABC9A835}"/>
          </ac:graphicFrameMkLst>
        </pc:graphicFrameChg>
        <pc:cxnChg chg="add del">
          <ac:chgData name="Asare, Matthew" userId="516c1237-b267-408c-b4bb-8e6fd3879c59" providerId="ADAL" clId="{918F1A05-AED3-488E-BB83-BD17A1BEEBEF}" dt="2025-12-12T22:35:07.525" v="17" actId="26606"/>
          <ac:cxnSpMkLst>
            <pc:docMk/>
            <pc:sldMk cId="13542522" sldId="261"/>
            <ac:cxnSpMk id="13" creationId="{BA91CE2E-0B4F-41F3-95F2-0EB7003685D2}"/>
          </ac:cxnSpMkLst>
        </pc:cxnChg>
      </pc:sldChg>
      <pc:sldChg chg="addSp modSp mod setBg">
        <pc:chgData name="Asare, Matthew" userId="516c1237-b267-408c-b4bb-8e6fd3879c59" providerId="ADAL" clId="{918F1A05-AED3-488E-BB83-BD17A1BEEBEF}" dt="2025-12-12T22:51:15.446" v="55" actId="255"/>
        <pc:sldMkLst>
          <pc:docMk/>
          <pc:sldMk cId="3416835869" sldId="262"/>
        </pc:sldMkLst>
        <pc:spChg chg="mod">
          <ac:chgData name="Asare, Matthew" userId="516c1237-b267-408c-b4bb-8e6fd3879c59" providerId="ADAL" clId="{918F1A05-AED3-488E-BB83-BD17A1BEEBEF}" dt="2025-12-12T22:38:37.246" v="32" actId="26606"/>
          <ac:spMkLst>
            <pc:docMk/>
            <pc:sldMk cId="3416835869" sldId="262"/>
            <ac:spMk id="2" creationId="{6BC5A416-612B-6F8C-13FA-F561ED29387A}"/>
          </ac:spMkLst>
        </pc:spChg>
        <pc:spChg chg="mod">
          <ac:chgData name="Asare, Matthew" userId="516c1237-b267-408c-b4bb-8e6fd3879c59" providerId="ADAL" clId="{918F1A05-AED3-488E-BB83-BD17A1BEEBEF}" dt="2025-12-12T22:51:15.446" v="55" actId="255"/>
          <ac:spMkLst>
            <pc:docMk/>
            <pc:sldMk cId="3416835869" sldId="262"/>
            <ac:spMk id="3" creationId="{02B8D88F-6B7E-E82F-4584-1A6097AD6CA6}"/>
          </ac:spMkLst>
        </pc:spChg>
        <pc:spChg chg="add">
          <ac:chgData name="Asare, Matthew" userId="516c1237-b267-408c-b4bb-8e6fd3879c59" providerId="ADAL" clId="{918F1A05-AED3-488E-BB83-BD17A1BEEBEF}" dt="2025-12-12T22:38:37.246" v="32" actId="26606"/>
          <ac:spMkLst>
            <pc:docMk/>
            <pc:sldMk cId="3416835869" sldId="262"/>
            <ac:spMk id="9" creationId="{6109556B-EAE9-4435-B409-0519F2CBDB14}"/>
          </ac:spMkLst>
        </pc:spChg>
        <pc:picChg chg="add">
          <ac:chgData name="Asare, Matthew" userId="516c1237-b267-408c-b4bb-8e6fd3879c59" providerId="ADAL" clId="{918F1A05-AED3-488E-BB83-BD17A1BEEBEF}" dt="2025-12-12T22:38:37.246" v="32" actId="26606"/>
          <ac:picMkLst>
            <pc:docMk/>
            <pc:sldMk cId="3416835869" sldId="262"/>
            <ac:picMk id="5" creationId="{4B32099B-F736-6568-9C60-D8883A17E27B}"/>
          </ac:picMkLst>
        </pc:picChg>
        <pc:cxnChg chg="add">
          <ac:chgData name="Asare, Matthew" userId="516c1237-b267-408c-b4bb-8e6fd3879c59" providerId="ADAL" clId="{918F1A05-AED3-488E-BB83-BD17A1BEEBEF}" dt="2025-12-12T22:38:37.246" v="32" actId="26606"/>
          <ac:cxnSpMkLst>
            <pc:docMk/>
            <pc:sldMk cId="3416835869" sldId="262"/>
            <ac:cxnSpMk id="11" creationId="{5814CCBE-423E-41B2-A9F3-82679F490EF4}"/>
          </ac:cxnSpMkLst>
        </pc:cxnChg>
      </pc:sldChg>
      <pc:sldChg chg="addSp delSp modSp mod setBg">
        <pc:chgData name="Asare, Matthew" userId="516c1237-b267-408c-b4bb-8e6fd3879c59" providerId="ADAL" clId="{918F1A05-AED3-488E-BB83-BD17A1BEEBEF}" dt="2025-12-12T22:52:44.166" v="59" actId="2711"/>
        <pc:sldMkLst>
          <pc:docMk/>
          <pc:sldMk cId="3140364114" sldId="263"/>
        </pc:sldMkLst>
        <pc:spChg chg="mod">
          <ac:chgData name="Asare, Matthew" userId="516c1237-b267-408c-b4bb-8e6fd3879c59" providerId="ADAL" clId="{918F1A05-AED3-488E-BB83-BD17A1BEEBEF}" dt="2025-12-12T22:37:23.400" v="30" actId="26606"/>
          <ac:spMkLst>
            <pc:docMk/>
            <pc:sldMk cId="3140364114" sldId="263"/>
            <ac:spMk id="2" creationId="{D82E554E-6423-20E4-825A-B2562BEBF3C0}"/>
          </ac:spMkLst>
        </pc:spChg>
        <pc:spChg chg="del mod">
          <ac:chgData name="Asare, Matthew" userId="516c1237-b267-408c-b4bb-8e6fd3879c59" providerId="ADAL" clId="{918F1A05-AED3-488E-BB83-BD17A1BEEBEF}" dt="2025-12-12T22:37:23.400" v="30" actId="26606"/>
          <ac:spMkLst>
            <pc:docMk/>
            <pc:sldMk cId="3140364114" sldId="263"/>
            <ac:spMk id="3" creationId="{ECACCA45-289B-4547-D775-51B38693EC41}"/>
          </ac:spMkLst>
        </pc:spChg>
        <pc:graphicFrameChg chg="add mod">
          <ac:chgData name="Asare, Matthew" userId="516c1237-b267-408c-b4bb-8e6fd3879c59" providerId="ADAL" clId="{918F1A05-AED3-488E-BB83-BD17A1BEEBEF}" dt="2025-12-12T22:52:44.166" v="59" actId="2711"/>
          <ac:graphicFrameMkLst>
            <pc:docMk/>
            <pc:sldMk cId="3140364114" sldId="263"/>
            <ac:graphicFrameMk id="5" creationId="{572066C4-F153-5734-36E2-F6044DF372B1}"/>
          </ac:graphicFrameMkLst>
        </pc:graphicFrameChg>
      </pc:sldChg>
      <pc:sldChg chg="addSp delSp modSp mod setBg setClrOvrMap">
        <pc:chgData name="Asare, Matthew" userId="516c1237-b267-408c-b4bb-8e6fd3879c59" providerId="ADAL" clId="{918F1A05-AED3-488E-BB83-BD17A1BEEBEF}" dt="2025-12-12T22:53:18.181" v="60" actId="2711"/>
        <pc:sldMkLst>
          <pc:docMk/>
          <pc:sldMk cId="2832650359" sldId="264"/>
        </pc:sldMkLst>
        <pc:spChg chg="mod">
          <ac:chgData name="Asare, Matthew" userId="516c1237-b267-408c-b4bb-8e6fd3879c59" providerId="ADAL" clId="{918F1A05-AED3-488E-BB83-BD17A1BEEBEF}" dt="2025-12-12T22:44:01.590" v="41" actId="26606"/>
          <ac:spMkLst>
            <pc:docMk/>
            <pc:sldMk cId="2832650359" sldId="264"/>
            <ac:spMk id="2" creationId="{81180FBF-A6E9-7DA9-AA9C-B2857EB1FEF6}"/>
          </ac:spMkLst>
        </pc:spChg>
        <pc:spChg chg="mod">
          <ac:chgData name="Asare, Matthew" userId="516c1237-b267-408c-b4bb-8e6fd3879c59" providerId="ADAL" clId="{918F1A05-AED3-488E-BB83-BD17A1BEEBEF}" dt="2025-12-12T22:53:18.181" v="60" actId="2711"/>
          <ac:spMkLst>
            <pc:docMk/>
            <pc:sldMk cId="2832650359" sldId="264"/>
            <ac:spMk id="3" creationId="{DE097820-2A26-BBAB-D64E-F5D586D37B33}"/>
          </ac:spMkLst>
        </pc:spChg>
        <pc:spChg chg="add del">
          <ac:chgData name="Asare, Matthew" userId="516c1237-b267-408c-b4bb-8e6fd3879c59" providerId="ADAL" clId="{918F1A05-AED3-488E-BB83-BD17A1BEEBEF}" dt="2025-12-12T22:42:05.642" v="35" actId="26606"/>
          <ac:spMkLst>
            <pc:docMk/>
            <pc:sldMk cId="2832650359" sldId="264"/>
            <ac:spMk id="8" creationId="{1BFB7AEF-EBE4-4D09-8CB7-8EABCB3BE4E4}"/>
          </ac:spMkLst>
        </pc:spChg>
        <pc:spChg chg="add del">
          <ac:chgData name="Asare, Matthew" userId="516c1237-b267-408c-b4bb-8e6fd3879c59" providerId="ADAL" clId="{918F1A05-AED3-488E-BB83-BD17A1BEEBEF}" dt="2025-12-12T22:43:52.067" v="38" actId="26606"/>
          <ac:spMkLst>
            <pc:docMk/>
            <pc:sldMk cId="2832650359" sldId="264"/>
            <ac:spMk id="9" creationId="{A23430B4-C2B6-48DA-A79F-757492AF8EB6}"/>
          </ac:spMkLst>
        </pc:spChg>
        <pc:spChg chg="add del">
          <ac:chgData name="Asare, Matthew" userId="516c1237-b267-408c-b4bb-8e6fd3879c59" providerId="ADAL" clId="{918F1A05-AED3-488E-BB83-BD17A1BEEBEF}" dt="2025-12-12T22:42:05.642" v="35" actId="26606"/>
          <ac:spMkLst>
            <pc:docMk/>
            <pc:sldMk cId="2832650359" sldId="264"/>
            <ac:spMk id="10" creationId="{9FAFEBEB-E7DF-4119-99EC-3C2C5F3C7AAF}"/>
          </ac:spMkLst>
        </pc:spChg>
        <pc:spChg chg="add del">
          <ac:chgData name="Asare, Matthew" userId="516c1237-b267-408c-b4bb-8e6fd3879c59" providerId="ADAL" clId="{918F1A05-AED3-488E-BB83-BD17A1BEEBEF}" dt="2025-12-12T22:42:05.642" v="35" actId="26606"/>
          <ac:spMkLst>
            <pc:docMk/>
            <pc:sldMk cId="2832650359" sldId="264"/>
            <ac:spMk id="12" creationId="{8E25F227-C9F5-44BC-8ECE-188763D8538E}"/>
          </ac:spMkLst>
        </pc:spChg>
        <pc:spChg chg="add del">
          <ac:chgData name="Asare, Matthew" userId="516c1237-b267-408c-b4bb-8e6fd3879c59" providerId="ADAL" clId="{918F1A05-AED3-488E-BB83-BD17A1BEEBEF}" dt="2025-12-12T22:44:01.567" v="40" actId="26606"/>
          <ac:spMkLst>
            <pc:docMk/>
            <pc:sldMk cId="2832650359" sldId="264"/>
            <ac:spMk id="16" creationId="{81AEB8A9-B768-4E30-BA55-D919E6687343}"/>
          </ac:spMkLst>
        </pc:spChg>
        <pc:spChg chg="add">
          <ac:chgData name="Asare, Matthew" userId="516c1237-b267-408c-b4bb-8e6fd3879c59" providerId="ADAL" clId="{918F1A05-AED3-488E-BB83-BD17A1BEEBEF}" dt="2025-12-12T22:44:01.590" v="41" actId="26606"/>
          <ac:spMkLst>
            <pc:docMk/>
            <pc:sldMk cId="2832650359" sldId="264"/>
            <ac:spMk id="18" creationId="{A23430B4-C2B6-48DA-A79F-757492AF8EB6}"/>
          </ac:spMkLst>
        </pc:spChg>
        <pc:picChg chg="add mod">
          <ac:chgData name="Asare, Matthew" userId="516c1237-b267-408c-b4bb-8e6fd3879c59" providerId="ADAL" clId="{918F1A05-AED3-488E-BB83-BD17A1BEEBEF}" dt="2025-12-12T22:44:01.590" v="41" actId="26606"/>
          <ac:picMkLst>
            <pc:docMk/>
            <pc:sldMk cId="2832650359" sldId="264"/>
            <ac:picMk id="7" creationId="{B46F331C-752C-D471-45BF-005317F56B64}"/>
          </ac:picMkLst>
        </pc:picChg>
        <pc:cxnChg chg="add del">
          <ac:chgData name="Asare, Matthew" userId="516c1237-b267-408c-b4bb-8e6fd3879c59" providerId="ADAL" clId="{918F1A05-AED3-488E-BB83-BD17A1BEEBEF}" dt="2025-12-12T22:43:52.067" v="38" actId="26606"/>
          <ac:cxnSpMkLst>
            <pc:docMk/>
            <pc:sldMk cId="2832650359" sldId="264"/>
            <ac:cxnSpMk id="14" creationId="{7153BDBF-1B08-496E-BED4-E0DE721A00AB}"/>
          </ac:cxnSpMkLst>
        </pc:cxnChg>
        <pc:cxnChg chg="add">
          <ac:chgData name="Asare, Matthew" userId="516c1237-b267-408c-b4bb-8e6fd3879c59" providerId="ADAL" clId="{918F1A05-AED3-488E-BB83-BD17A1BEEBEF}" dt="2025-12-12T22:44:01.590" v="41" actId="26606"/>
          <ac:cxnSpMkLst>
            <pc:docMk/>
            <pc:sldMk cId="2832650359" sldId="264"/>
            <ac:cxnSpMk id="19" creationId="{7153BDBF-1B08-496E-BED4-E0DE721A00AB}"/>
          </ac:cxnSpMkLst>
        </pc:cxnChg>
      </pc:sldChg>
      <pc:sldChg chg="addSp modSp mod setBg">
        <pc:chgData name="Asare, Matthew" userId="516c1237-b267-408c-b4bb-8e6fd3879c59" providerId="ADAL" clId="{918F1A05-AED3-488E-BB83-BD17A1BEEBEF}" dt="2025-12-12T22:47:51.924" v="47" actId="2711"/>
        <pc:sldMkLst>
          <pc:docMk/>
          <pc:sldMk cId="419483131" sldId="265"/>
        </pc:sldMkLst>
        <pc:spChg chg="mod">
          <ac:chgData name="Asare, Matthew" userId="516c1237-b267-408c-b4bb-8e6fd3879c59" providerId="ADAL" clId="{918F1A05-AED3-488E-BB83-BD17A1BEEBEF}" dt="2025-12-12T22:37:45.201" v="31" actId="26606"/>
          <ac:spMkLst>
            <pc:docMk/>
            <pc:sldMk cId="419483131" sldId="265"/>
            <ac:spMk id="2" creationId="{D25FAB75-DA21-0721-75F4-6E06709F71F0}"/>
          </ac:spMkLst>
        </pc:spChg>
        <pc:spChg chg="mod">
          <ac:chgData name="Asare, Matthew" userId="516c1237-b267-408c-b4bb-8e6fd3879c59" providerId="ADAL" clId="{918F1A05-AED3-488E-BB83-BD17A1BEEBEF}" dt="2025-12-12T22:47:51.924" v="47" actId="2711"/>
          <ac:spMkLst>
            <pc:docMk/>
            <pc:sldMk cId="419483131" sldId="265"/>
            <ac:spMk id="3" creationId="{E5AA0BA8-71D8-9006-E0C5-13CEC8DDEDB9}"/>
          </ac:spMkLst>
        </pc:spChg>
        <pc:picChg chg="add">
          <ac:chgData name="Asare, Matthew" userId="516c1237-b267-408c-b4bb-8e6fd3879c59" providerId="ADAL" clId="{918F1A05-AED3-488E-BB83-BD17A1BEEBEF}" dt="2025-12-12T22:37:45.201" v="31" actId="26606"/>
          <ac:picMkLst>
            <pc:docMk/>
            <pc:sldMk cId="419483131" sldId="265"/>
            <ac:picMk id="5" creationId="{743AEDED-81AC-4D39-CBD0-4A610BD07D6F}"/>
          </ac:picMkLst>
        </pc:picChg>
      </pc:sldChg>
      <pc:sldChg chg="delSp modSp mod">
        <pc:chgData name="Asare, Matthew" userId="516c1237-b267-408c-b4bb-8e6fd3879c59" providerId="ADAL" clId="{918F1A05-AED3-488E-BB83-BD17A1BEEBEF}" dt="2025-12-12T22:45:44.972" v="46" actId="14100"/>
        <pc:sldMkLst>
          <pc:docMk/>
          <pc:sldMk cId="1949832002" sldId="266"/>
        </pc:sldMkLst>
        <pc:spChg chg="del mod">
          <ac:chgData name="Asare, Matthew" userId="516c1237-b267-408c-b4bb-8e6fd3879c59" providerId="ADAL" clId="{918F1A05-AED3-488E-BB83-BD17A1BEEBEF}" dt="2025-12-12T22:45:23.115" v="42" actId="478"/>
          <ac:spMkLst>
            <pc:docMk/>
            <pc:sldMk cId="1949832002" sldId="266"/>
            <ac:spMk id="2" creationId="{9F1843AA-6DC1-0F9C-8CBF-73A956B80964}"/>
          </ac:spMkLst>
        </pc:spChg>
        <pc:picChg chg="mod">
          <ac:chgData name="Asare, Matthew" userId="516c1237-b267-408c-b4bb-8e6fd3879c59" providerId="ADAL" clId="{918F1A05-AED3-488E-BB83-BD17A1BEEBEF}" dt="2025-12-12T22:45:44.972" v="46" actId="14100"/>
          <ac:picMkLst>
            <pc:docMk/>
            <pc:sldMk cId="1949832002" sldId="266"/>
            <ac:picMk id="5" creationId="{899E9C2E-50F4-C0A0-6522-E542480B4BEA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D97BBE-9BBB-4912-8AE2-9C5C31B0B54E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632DD01-E70B-426B-97D3-869B4CFAEFD7}">
      <dgm:prSet/>
      <dgm:spPr/>
      <dgm:t>
        <a:bodyPr/>
        <a:lstStyle/>
        <a:p>
          <a:r>
            <a:rPr lang="en-CA"/>
            <a:t>Christopher F. Ogbechie</a:t>
          </a:r>
          <a:endParaRPr lang="en-US"/>
        </a:p>
      </dgm:t>
    </dgm:pt>
    <dgm:pt modelId="{D7652426-3715-41E6-8E4B-0729B3D222C2}" type="parTrans" cxnId="{18FEB1BC-CF11-4EEF-ACAE-9F3584D95935}">
      <dgm:prSet/>
      <dgm:spPr/>
      <dgm:t>
        <a:bodyPr/>
        <a:lstStyle/>
        <a:p>
          <a:endParaRPr lang="en-US"/>
        </a:p>
      </dgm:t>
    </dgm:pt>
    <dgm:pt modelId="{DEBE1212-3B16-40C0-A541-C26003BE254F}" type="sibTrans" cxnId="{18FEB1BC-CF11-4EEF-ACAE-9F3584D95935}">
      <dgm:prSet/>
      <dgm:spPr/>
      <dgm:t>
        <a:bodyPr/>
        <a:lstStyle/>
        <a:p>
          <a:endParaRPr lang="en-US"/>
        </a:p>
      </dgm:t>
    </dgm:pt>
    <dgm:pt modelId="{12B5CC87-AC24-460F-9B18-9D8452D8CFB9}">
      <dgm:prSet/>
      <dgm:spPr/>
      <dgm:t>
        <a:bodyPr/>
        <a:lstStyle/>
        <a:p>
          <a:r>
            <a:rPr lang="en-CA"/>
            <a:t>Lukman Ibrahim</a:t>
          </a:r>
          <a:endParaRPr lang="en-US"/>
        </a:p>
      </dgm:t>
    </dgm:pt>
    <dgm:pt modelId="{F4FC46FB-962F-4379-8B0A-243DA304D78E}" type="parTrans" cxnId="{579B4632-C052-4A52-A156-B4ED2195C577}">
      <dgm:prSet/>
      <dgm:spPr/>
      <dgm:t>
        <a:bodyPr/>
        <a:lstStyle/>
        <a:p>
          <a:endParaRPr lang="en-US"/>
        </a:p>
      </dgm:t>
    </dgm:pt>
    <dgm:pt modelId="{B0156A67-AE89-4CF3-AA3F-2739D117E708}" type="sibTrans" cxnId="{579B4632-C052-4A52-A156-B4ED2195C577}">
      <dgm:prSet/>
      <dgm:spPr/>
      <dgm:t>
        <a:bodyPr/>
        <a:lstStyle/>
        <a:p>
          <a:endParaRPr lang="en-US"/>
        </a:p>
      </dgm:t>
    </dgm:pt>
    <dgm:pt modelId="{A2E453F4-95A7-4AF4-8E17-296362621CAF}">
      <dgm:prSet/>
      <dgm:spPr/>
      <dgm:t>
        <a:bodyPr/>
        <a:lstStyle/>
        <a:p>
          <a:r>
            <a:rPr lang="en-CA"/>
            <a:t>Matthew Asare</a:t>
          </a:r>
          <a:endParaRPr lang="en-US"/>
        </a:p>
      </dgm:t>
    </dgm:pt>
    <dgm:pt modelId="{240DC72A-4BF5-4775-96AF-CAC435A123F6}" type="parTrans" cxnId="{0F787C2E-8AAD-431E-AF17-E033C15D3CCC}">
      <dgm:prSet/>
      <dgm:spPr/>
      <dgm:t>
        <a:bodyPr/>
        <a:lstStyle/>
        <a:p>
          <a:endParaRPr lang="en-US"/>
        </a:p>
      </dgm:t>
    </dgm:pt>
    <dgm:pt modelId="{E33B2BF8-01A1-4499-B6CA-FFDAB86A423D}" type="sibTrans" cxnId="{0F787C2E-8AAD-431E-AF17-E033C15D3CCC}">
      <dgm:prSet/>
      <dgm:spPr/>
      <dgm:t>
        <a:bodyPr/>
        <a:lstStyle/>
        <a:p>
          <a:endParaRPr lang="en-US"/>
        </a:p>
      </dgm:t>
    </dgm:pt>
    <dgm:pt modelId="{49C5311D-2B01-4BD0-ACEF-83BB86B780F2}">
      <dgm:prSet/>
      <dgm:spPr/>
      <dgm:t>
        <a:bodyPr/>
        <a:lstStyle/>
        <a:p>
          <a:r>
            <a:rPr lang="en-CA"/>
            <a:t>Machine Learning ANLT202</a:t>
          </a:r>
          <a:endParaRPr lang="en-US"/>
        </a:p>
      </dgm:t>
    </dgm:pt>
    <dgm:pt modelId="{15A7DF33-24FE-4C0B-AC2D-7B37C9A496FD}" type="parTrans" cxnId="{F6274246-5166-4154-AF68-D46672FAB6D2}">
      <dgm:prSet/>
      <dgm:spPr/>
      <dgm:t>
        <a:bodyPr/>
        <a:lstStyle/>
        <a:p>
          <a:endParaRPr lang="en-US"/>
        </a:p>
      </dgm:t>
    </dgm:pt>
    <dgm:pt modelId="{E67F6B8B-F0D5-4078-AC60-A860A4B54C3B}" type="sibTrans" cxnId="{F6274246-5166-4154-AF68-D46672FAB6D2}">
      <dgm:prSet/>
      <dgm:spPr/>
      <dgm:t>
        <a:bodyPr/>
        <a:lstStyle/>
        <a:p>
          <a:endParaRPr lang="en-US"/>
        </a:p>
      </dgm:t>
    </dgm:pt>
    <dgm:pt modelId="{1420830A-B7B5-4F55-BF70-DF9FB5DF2C42}">
      <dgm:prSet/>
      <dgm:spPr/>
      <dgm:t>
        <a:bodyPr/>
        <a:lstStyle/>
        <a:p>
          <a:r>
            <a:rPr lang="en-CA"/>
            <a:t>December 12, 2025.</a:t>
          </a:r>
          <a:endParaRPr lang="en-US"/>
        </a:p>
      </dgm:t>
    </dgm:pt>
    <dgm:pt modelId="{8B5D973F-FA7D-4330-88F1-CEF4D06AA45E}" type="parTrans" cxnId="{7155A7F3-F9B0-47AB-B9E6-22353AC755B7}">
      <dgm:prSet/>
      <dgm:spPr/>
      <dgm:t>
        <a:bodyPr/>
        <a:lstStyle/>
        <a:p>
          <a:endParaRPr lang="en-US"/>
        </a:p>
      </dgm:t>
    </dgm:pt>
    <dgm:pt modelId="{ABCCE99D-433D-411B-9B44-430F983C1D75}" type="sibTrans" cxnId="{7155A7F3-F9B0-47AB-B9E6-22353AC755B7}">
      <dgm:prSet/>
      <dgm:spPr/>
      <dgm:t>
        <a:bodyPr/>
        <a:lstStyle/>
        <a:p>
          <a:endParaRPr lang="en-US"/>
        </a:p>
      </dgm:t>
    </dgm:pt>
    <dgm:pt modelId="{664490E5-2185-4254-8232-41EA68E1BDFA}" type="pres">
      <dgm:prSet presAssocID="{C9D97BBE-9BBB-4912-8AE2-9C5C31B0B54E}" presName="linear" presStyleCnt="0">
        <dgm:presLayoutVars>
          <dgm:animLvl val="lvl"/>
          <dgm:resizeHandles val="exact"/>
        </dgm:presLayoutVars>
      </dgm:prSet>
      <dgm:spPr/>
    </dgm:pt>
    <dgm:pt modelId="{86EF7D2A-DF33-40D1-8347-1D29E3E55327}" type="pres">
      <dgm:prSet presAssocID="{2632DD01-E70B-426B-97D3-869B4CFAEFD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1E708D7-586A-483F-ABC2-BA8894CCE2E9}" type="pres">
      <dgm:prSet presAssocID="{DEBE1212-3B16-40C0-A541-C26003BE254F}" presName="spacer" presStyleCnt="0"/>
      <dgm:spPr/>
    </dgm:pt>
    <dgm:pt modelId="{CC3624D1-CC31-4216-9BD5-9218AD1EE4B3}" type="pres">
      <dgm:prSet presAssocID="{12B5CC87-AC24-460F-9B18-9D8452D8CFB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4FCB401-3E6C-4E3A-B9D0-E80D8D419454}" type="pres">
      <dgm:prSet presAssocID="{B0156A67-AE89-4CF3-AA3F-2739D117E708}" presName="spacer" presStyleCnt="0"/>
      <dgm:spPr/>
    </dgm:pt>
    <dgm:pt modelId="{5CFD96C7-E05B-4E2A-8D4C-AC041A7E20BE}" type="pres">
      <dgm:prSet presAssocID="{A2E453F4-95A7-4AF4-8E17-296362621CA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03ECC93-E44A-4965-8FB0-53A6A8F2B14C}" type="pres">
      <dgm:prSet presAssocID="{E33B2BF8-01A1-4499-B6CA-FFDAB86A423D}" presName="spacer" presStyleCnt="0"/>
      <dgm:spPr/>
    </dgm:pt>
    <dgm:pt modelId="{0A9F4DC2-A9A2-481F-A4E5-CB093438E8F0}" type="pres">
      <dgm:prSet presAssocID="{49C5311D-2B01-4BD0-ACEF-83BB86B780F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6E174A4-EF00-473D-9D82-0885763B56AA}" type="pres">
      <dgm:prSet presAssocID="{E67F6B8B-F0D5-4078-AC60-A860A4B54C3B}" presName="spacer" presStyleCnt="0"/>
      <dgm:spPr/>
    </dgm:pt>
    <dgm:pt modelId="{BBE16414-F46B-4168-8B02-7F2EB969C3D3}" type="pres">
      <dgm:prSet presAssocID="{1420830A-B7B5-4F55-BF70-DF9FB5DF2C4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F787C2E-8AAD-431E-AF17-E033C15D3CCC}" srcId="{C9D97BBE-9BBB-4912-8AE2-9C5C31B0B54E}" destId="{A2E453F4-95A7-4AF4-8E17-296362621CAF}" srcOrd="2" destOrd="0" parTransId="{240DC72A-4BF5-4775-96AF-CAC435A123F6}" sibTransId="{E33B2BF8-01A1-4499-B6CA-FFDAB86A423D}"/>
    <dgm:cxn modelId="{28197A31-0D1D-495C-B39C-C5FD43B8D96A}" type="presOf" srcId="{12B5CC87-AC24-460F-9B18-9D8452D8CFB9}" destId="{CC3624D1-CC31-4216-9BD5-9218AD1EE4B3}" srcOrd="0" destOrd="0" presId="urn:microsoft.com/office/officeart/2005/8/layout/vList2"/>
    <dgm:cxn modelId="{579B4632-C052-4A52-A156-B4ED2195C577}" srcId="{C9D97BBE-9BBB-4912-8AE2-9C5C31B0B54E}" destId="{12B5CC87-AC24-460F-9B18-9D8452D8CFB9}" srcOrd="1" destOrd="0" parTransId="{F4FC46FB-962F-4379-8B0A-243DA304D78E}" sibTransId="{B0156A67-AE89-4CF3-AA3F-2739D117E708}"/>
    <dgm:cxn modelId="{F6274246-5166-4154-AF68-D46672FAB6D2}" srcId="{C9D97BBE-9BBB-4912-8AE2-9C5C31B0B54E}" destId="{49C5311D-2B01-4BD0-ACEF-83BB86B780F2}" srcOrd="3" destOrd="0" parTransId="{15A7DF33-24FE-4C0B-AC2D-7B37C9A496FD}" sibTransId="{E67F6B8B-F0D5-4078-AC60-A860A4B54C3B}"/>
    <dgm:cxn modelId="{F8A22A8C-CC5C-437D-9F16-E7534490F189}" type="presOf" srcId="{2632DD01-E70B-426B-97D3-869B4CFAEFD7}" destId="{86EF7D2A-DF33-40D1-8347-1D29E3E55327}" srcOrd="0" destOrd="0" presId="urn:microsoft.com/office/officeart/2005/8/layout/vList2"/>
    <dgm:cxn modelId="{B3D456A0-AF68-4D5F-8213-92509E305B39}" type="presOf" srcId="{C9D97BBE-9BBB-4912-8AE2-9C5C31B0B54E}" destId="{664490E5-2185-4254-8232-41EA68E1BDFA}" srcOrd="0" destOrd="0" presId="urn:microsoft.com/office/officeart/2005/8/layout/vList2"/>
    <dgm:cxn modelId="{9594ABAC-5862-450F-A983-2A19B65F7CF5}" type="presOf" srcId="{1420830A-B7B5-4F55-BF70-DF9FB5DF2C42}" destId="{BBE16414-F46B-4168-8B02-7F2EB969C3D3}" srcOrd="0" destOrd="0" presId="urn:microsoft.com/office/officeart/2005/8/layout/vList2"/>
    <dgm:cxn modelId="{AB0CE4B2-FD78-4C03-9079-A6CBBE07E7F6}" type="presOf" srcId="{49C5311D-2B01-4BD0-ACEF-83BB86B780F2}" destId="{0A9F4DC2-A9A2-481F-A4E5-CB093438E8F0}" srcOrd="0" destOrd="0" presId="urn:microsoft.com/office/officeart/2005/8/layout/vList2"/>
    <dgm:cxn modelId="{18FEB1BC-CF11-4EEF-ACAE-9F3584D95935}" srcId="{C9D97BBE-9BBB-4912-8AE2-9C5C31B0B54E}" destId="{2632DD01-E70B-426B-97D3-869B4CFAEFD7}" srcOrd="0" destOrd="0" parTransId="{D7652426-3715-41E6-8E4B-0729B3D222C2}" sibTransId="{DEBE1212-3B16-40C0-A541-C26003BE254F}"/>
    <dgm:cxn modelId="{E50E26BD-B9B9-4D06-B665-B4CC4CCF2E14}" type="presOf" srcId="{A2E453F4-95A7-4AF4-8E17-296362621CAF}" destId="{5CFD96C7-E05B-4E2A-8D4C-AC041A7E20BE}" srcOrd="0" destOrd="0" presId="urn:microsoft.com/office/officeart/2005/8/layout/vList2"/>
    <dgm:cxn modelId="{7155A7F3-F9B0-47AB-B9E6-22353AC755B7}" srcId="{C9D97BBE-9BBB-4912-8AE2-9C5C31B0B54E}" destId="{1420830A-B7B5-4F55-BF70-DF9FB5DF2C42}" srcOrd="4" destOrd="0" parTransId="{8B5D973F-FA7D-4330-88F1-CEF4D06AA45E}" sibTransId="{ABCCE99D-433D-411B-9B44-430F983C1D75}"/>
    <dgm:cxn modelId="{A4988CAD-F8BE-43BD-96E1-5DBB3F3FC7BE}" type="presParOf" srcId="{664490E5-2185-4254-8232-41EA68E1BDFA}" destId="{86EF7D2A-DF33-40D1-8347-1D29E3E55327}" srcOrd="0" destOrd="0" presId="urn:microsoft.com/office/officeart/2005/8/layout/vList2"/>
    <dgm:cxn modelId="{F2F1D1BE-33F1-43A0-9F75-D3EC7EEC9714}" type="presParOf" srcId="{664490E5-2185-4254-8232-41EA68E1BDFA}" destId="{51E708D7-586A-483F-ABC2-BA8894CCE2E9}" srcOrd="1" destOrd="0" presId="urn:microsoft.com/office/officeart/2005/8/layout/vList2"/>
    <dgm:cxn modelId="{5E47B584-196C-4D57-9D87-EB7AA88F30C0}" type="presParOf" srcId="{664490E5-2185-4254-8232-41EA68E1BDFA}" destId="{CC3624D1-CC31-4216-9BD5-9218AD1EE4B3}" srcOrd="2" destOrd="0" presId="urn:microsoft.com/office/officeart/2005/8/layout/vList2"/>
    <dgm:cxn modelId="{CDF9D116-B3C9-4397-9A54-669A5E25E9E3}" type="presParOf" srcId="{664490E5-2185-4254-8232-41EA68E1BDFA}" destId="{64FCB401-3E6C-4E3A-B9D0-E80D8D419454}" srcOrd="3" destOrd="0" presId="urn:microsoft.com/office/officeart/2005/8/layout/vList2"/>
    <dgm:cxn modelId="{E380553A-39B9-44E5-9D9F-6508FDD923F3}" type="presParOf" srcId="{664490E5-2185-4254-8232-41EA68E1BDFA}" destId="{5CFD96C7-E05B-4E2A-8D4C-AC041A7E20BE}" srcOrd="4" destOrd="0" presId="urn:microsoft.com/office/officeart/2005/8/layout/vList2"/>
    <dgm:cxn modelId="{A8950F00-C134-4AB4-B6B6-0F2E017EA36B}" type="presParOf" srcId="{664490E5-2185-4254-8232-41EA68E1BDFA}" destId="{403ECC93-E44A-4965-8FB0-53A6A8F2B14C}" srcOrd="5" destOrd="0" presId="urn:microsoft.com/office/officeart/2005/8/layout/vList2"/>
    <dgm:cxn modelId="{9CFBBB47-5A71-47A1-93CD-02A5A31EDF58}" type="presParOf" srcId="{664490E5-2185-4254-8232-41EA68E1BDFA}" destId="{0A9F4DC2-A9A2-481F-A4E5-CB093438E8F0}" srcOrd="6" destOrd="0" presId="urn:microsoft.com/office/officeart/2005/8/layout/vList2"/>
    <dgm:cxn modelId="{655E33AD-1B39-4E44-9B63-56C33C33669C}" type="presParOf" srcId="{664490E5-2185-4254-8232-41EA68E1BDFA}" destId="{36E174A4-EF00-473D-9D82-0885763B56AA}" srcOrd="7" destOrd="0" presId="urn:microsoft.com/office/officeart/2005/8/layout/vList2"/>
    <dgm:cxn modelId="{F62EDD18-407E-4737-A438-561A266B9870}" type="presParOf" srcId="{664490E5-2185-4254-8232-41EA68E1BDFA}" destId="{BBE16414-F46B-4168-8B02-7F2EB969C3D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F961D2-C683-43ED-B145-9316FB4C2B1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91BB3FA-D35D-4E90-B407-D7DAA2E275F4}">
      <dgm:prSet/>
      <dgm:spPr/>
      <dgm:t>
        <a:bodyPr/>
        <a:lstStyle/>
        <a:p>
          <a:r>
            <a:rPr lang="en-CA" b="1" dirty="0">
              <a:latin typeface="Aptos" panose="020B0004020202020204" pitchFamily="34" charset="0"/>
            </a:rPr>
            <a:t>Classification</a:t>
          </a:r>
          <a:endParaRPr lang="en-US" dirty="0">
            <a:latin typeface="Aptos" panose="020B0004020202020204" pitchFamily="34" charset="0"/>
          </a:endParaRPr>
        </a:p>
      </dgm:t>
    </dgm:pt>
    <dgm:pt modelId="{D7272890-3129-4FFF-AB83-8E50987215D4}" type="parTrans" cxnId="{4F8A582B-AF9E-4BB8-924F-9355CBD52417}">
      <dgm:prSet/>
      <dgm:spPr/>
      <dgm:t>
        <a:bodyPr/>
        <a:lstStyle/>
        <a:p>
          <a:endParaRPr lang="en-US"/>
        </a:p>
      </dgm:t>
    </dgm:pt>
    <dgm:pt modelId="{6C0FD10E-A44A-468E-990E-F22DEA0032EB}" type="sibTrans" cxnId="{4F8A582B-AF9E-4BB8-924F-9355CBD52417}">
      <dgm:prSet/>
      <dgm:spPr/>
      <dgm:t>
        <a:bodyPr/>
        <a:lstStyle/>
        <a:p>
          <a:endParaRPr lang="en-US"/>
        </a:p>
      </dgm:t>
    </dgm:pt>
    <dgm:pt modelId="{D4CA9416-397C-4A30-93BB-37589337E012}">
      <dgm:prSet/>
      <dgm:spPr/>
      <dgm:t>
        <a:bodyPr/>
        <a:lstStyle/>
        <a:p>
          <a:r>
            <a:rPr lang="en-US" dirty="0">
              <a:latin typeface="Aptos" panose="020B0004020202020204" pitchFamily="34" charset="0"/>
            </a:rPr>
            <a:t>Predict delayed vs normal trips</a:t>
          </a:r>
        </a:p>
      </dgm:t>
    </dgm:pt>
    <dgm:pt modelId="{401F119C-E4A5-4523-AEAD-3911A3F9B2CC}" type="parTrans" cxnId="{1DAC8260-7FF8-4A69-80B6-3E0727F0C3A6}">
      <dgm:prSet/>
      <dgm:spPr/>
      <dgm:t>
        <a:bodyPr/>
        <a:lstStyle/>
        <a:p>
          <a:endParaRPr lang="en-US"/>
        </a:p>
      </dgm:t>
    </dgm:pt>
    <dgm:pt modelId="{1B36DE89-1D78-47CB-A12C-AB74916B75B5}" type="sibTrans" cxnId="{1DAC8260-7FF8-4A69-80B6-3E0727F0C3A6}">
      <dgm:prSet/>
      <dgm:spPr/>
      <dgm:t>
        <a:bodyPr/>
        <a:lstStyle/>
        <a:p>
          <a:endParaRPr lang="en-US"/>
        </a:p>
      </dgm:t>
    </dgm:pt>
    <dgm:pt modelId="{338444A6-255A-4AF7-9BFA-8F5A86555EE9}">
      <dgm:prSet/>
      <dgm:spPr/>
      <dgm:t>
        <a:bodyPr/>
        <a:lstStyle/>
        <a:p>
          <a:r>
            <a:rPr lang="en-US" dirty="0">
              <a:latin typeface="Aptos" panose="020B0004020202020204" pitchFamily="34" charset="0"/>
            </a:rPr>
            <a:t>Target: status → high-risk</a:t>
          </a:r>
        </a:p>
      </dgm:t>
    </dgm:pt>
    <dgm:pt modelId="{8CDAD9BD-8CBB-4AA6-8DAD-6142D5162848}" type="parTrans" cxnId="{CE2987E8-74B2-4F70-8D51-901E540F35D3}">
      <dgm:prSet/>
      <dgm:spPr/>
      <dgm:t>
        <a:bodyPr/>
        <a:lstStyle/>
        <a:p>
          <a:endParaRPr lang="en-US"/>
        </a:p>
      </dgm:t>
    </dgm:pt>
    <dgm:pt modelId="{84F749EE-092F-47D8-A6FA-26060DAC85E6}" type="sibTrans" cxnId="{CE2987E8-74B2-4F70-8D51-901E540F35D3}">
      <dgm:prSet/>
      <dgm:spPr/>
      <dgm:t>
        <a:bodyPr/>
        <a:lstStyle/>
        <a:p>
          <a:endParaRPr lang="en-US"/>
        </a:p>
      </dgm:t>
    </dgm:pt>
    <dgm:pt modelId="{14F9B0EF-0EF6-4618-B619-3202674A1DC2}">
      <dgm:prSet/>
      <dgm:spPr/>
      <dgm:t>
        <a:bodyPr/>
        <a:lstStyle/>
        <a:p>
          <a:r>
            <a:rPr lang="en-CA" b="1">
              <a:latin typeface="Aptos" panose="020B0004020202020204" pitchFamily="34" charset="0"/>
            </a:rPr>
            <a:t>Regression</a:t>
          </a:r>
          <a:endParaRPr lang="en-US">
            <a:latin typeface="Aptos" panose="020B0004020202020204" pitchFamily="34" charset="0"/>
          </a:endParaRPr>
        </a:p>
      </dgm:t>
    </dgm:pt>
    <dgm:pt modelId="{EB2E32BA-11FD-4CCE-83C1-AADFDFA82BFB}" type="parTrans" cxnId="{E804C9B8-E9DE-4476-8F00-C2E3E84AB387}">
      <dgm:prSet/>
      <dgm:spPr/>
      <dgm:t>
        <a:bodyPr/>
        <a:lstStyle/>
        <a:p>
          <a:endParaRPr lang="en-US"/>
        </a:p>
      </dgm:t>
    </dgm:pt>
    <dgm:pt modelId="{B21F898D-660C-47ED-9AEA-4FAA872F19A5}" type="sibTrans" cxnId="{E804C9B8-E9DE-4476-8F00-C2E3E84AB387}">
      <dgm:prSet/>
      <dgm:spPr/>
      <dgm:t>
        <a:bodyPr/>
        <a:lstStyle/>
        <a:p>
          <a:endParaRPr lang="en-US"/>
        </a:p>
      </dgm:t>
    </dgm:pt>
    <dgm:pt modelId="{7BD19184-26A6-4F9C-A485-501283182DD1}">
      <dgm:prSet/>
      <dgm:spPr/>
      <dgm:t>
        <a:bodyPr/>
        <a:lstStyle/>
        <a:p>
          <a:r>
            <a:rPr lang="en-US" dirty="0">
              <a:latin typeface="Aptos" panose="020B0004020202020204" pitchFamily="34" charset="0"/>
            </a:rPr>
            <a:t>Predict maintenance cost</a:t>
          </a:r>
        </a:p>
      </dgm:t>
    </dgm:pt>
    <dgm:pt modelId="{B8EFA110-9F57-452D-879D-2F8E3DD2AE4C}" type="parTrans" cxnId="{B6BF7AA6-0B66-4620-ACDD-6DA8E50F9E03}">
      <dgm:prSet/>
      <dgm:spPr/>
      <dgm:t>
        <a:bodyPr/>
        <a:lstStyle/>
        <a:p>
          <a:endParaRPr lang="en-US"/>
        </a:p>
      </dgm:t>
    </dgm:pt>
    <dgm:pt modelId="{41A6D56A-ADEE-4F6F-A8B1-233C41EB98D2}" type="sibTrans" cxnId="{B6BF7AA6-0B66-4620-ACDD-6DA8E50F9E03}">
      <dgm:prSet/>
      <dgm:spPr/>
      <dgm:t>
        <a:bodyPr/>
        <a:lstStyle/>
        <a:p>
          <a:endParaRPr lang="en-US"/>
        </a:p>
      </dgm:t>
    </dgm:pt>
    <dgm:pt modelId="{A15C3E00-516D-48FE-B3DB-1297CCABF9AB}">
      <dgm:prSet/>
      <dgm:spPr/>
      <dgm:t>
        <a:bodyPr/>
        <a:lstStyle/>
        <a:p>
          <a:r>
            <a:rPr lang="en-US" dirty="0">
              <a:latin typeface="Aptos" panose="020B0004020202020204" pitchFamily="34" charset="0"/>
            </a:rPr>
            <a:t>Target: maintenance cost</a:t>
          </a:r>
        </a:p>
      </dgm:t>
    </dgm:pt>
    <dgm:pt modelId="{3026C1AB-7762-47CC-865A-770C36E44DD6}" type="parTrans" cxnId="{5D4FF5F5-A468-4DB1-8F4D-C7F852174D19}">
      <dgm:prSet/>
      <dgm:spPr/>
      <dgm:t>
        <a:bodyPr/>
        <a:lstStyle/>
        <a:p>
          <a:endParaRPr lang="en-US"/>
        </a:p>
      </dgm:t>
    </dgm:pt>
    <dgm:pt modelId="{8A0CCABA-4938-4048-BC9A-88FE22D7EF2C}" type="sibTrans" cxnId="{5D4FF5F5-A468-4DB1-8F4D-C7F852174D19}">
      <dgm:prSet/>
      <dgm:spPr/>
      <dgm:t>
        <a:bodyPr/>
        <a:lstStyle/>
        <a:p>
          <a:endParaRPr lang="en-US"/>
        </a:p>
      </dgm:t>
    </dgm:pt>
    <dgm:pt modelId="{973A9A97-A767-4A2F-9F30-2366CC87AF86}" type="pres">
      <dgm:prSet presAssocID="{08F961D2-C683-43ED-B145-9316FB4C2B1B}" presName="linear" presStyleCnt="0">
        <dgm:presLayoutVars>
          <dgm:animLvl val="lvl"/>
          <dgm:resizeHandles val="exact"/>
        </dgm:presLayoutVars>
      </dgm:prSet>
      <dgm:spPr/>
    </dgm:pt>
    <dgm:pt modelId="{469DAC9E-3140-4244-AEEE-2922870E7A51}" type="pres">
      <dgm:prSet presAssocID="{391BB3FA-D35D-4E90-B407-D7DAA2E275F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E3B0110-AA19-432B-919A-A4884C3F6AB2}" type="pres">
      <dgm:prSet presAssocID="{6C0FD10E-A44A-468E-990E-F22DEA0032EB}" presName="spacer" presStyleCnt="0"/>
      <dgm:spPr/>
    </dgm:pt>
    <dgm:pt modelId="{19ABF6EC-F20F-4360-A06E-5906D5649D7F}" type="pres">
      <dgm:prSet presAssocID="{D4CA9416-397C-4A30-93BB-37589337E01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BB49FAA-D883-4AF6-97D1-B1AA592D5421}" type="pres">
      <dgm:prSet presAssocID="{1B36DE89-1D78-47CB-A12C-AB74916B75B5}" presName="spacer" presStyleCnt="0"/>
      <dgm:spPr/>
    </dgm:pt>
    <dgm:pt modelId="{EA4F2921-91D0-48B0-A3FC-05D73F06B066}" type="pres">
      <dgm:prSet presAssocID="{338444A6-255A-4AF7-9BFA-8F5A86555EE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BF14B84-AC50-4B6D-98B7-2E04067A09DC}" type="pres">
      <dgm:prSet presAssocID="{84F749EE-092F-47D8-A6FA-26060DAC85E6}" presName="spacer" presStyleCnt="0"/>
      <dgm:spPr/>
    </dgm:pt>
    <dgm:pt modelId="{7A301359-71CB-43D0-B5B4-E35138D15846}" type="pres">
      <dgm:prSet presAssocID="{14F9B0EF-0EF6-4618-B619-3202674A1DC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72BB7431-C11A-4C34-8CE9-AAC90A3CE744}" type="pres">
      <dgm:prSet presAssocID="{B21F898D-660C-47ED-9AEA-4FAA872F19A5}" presName="spacer" presStyleCnt="0"/>
      <dgm:spPr/>
    </dgm:pt>
    <dgm:pt modelId="{F4E4BFC5-B272-48EF-9E75-F5F2468DBD0B}" type="pres">
      <dgm:prSet presAssocID="{7BD19184-26A6-4F9C-A485-501283182DD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CC74B33-10AB-4315-8AE4-50B535D53C2E}" type="pres">
      <dgm:prSet presAssocID="{41A6D56A-ADEE-4F6F-A8B1-233C41EB98D2}" presName="spacer" presStyleCnt="0"/>
      <dgm:spPr/>
    </dgm:pt>
    <dgm:pt modelId="{B6613B10-76F0-4455-A898-6C5633CEF9D8}" type="pres">
      <dgm:prSet presAssocID="{A15C3E00-516D-48FE-B3DB-1297CCABF9A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B766814-F5B9-4C53-8FB0-E059F45835CC}" type="presOf" srcId="{A15C3E00-516D-48FE-B3DB-1297CCABF9AB}" destId="{B6613B10-76F0-4455-A898-6C5633CEF9D8}" srcOrd="0" destOrd="0" presId="urn:microsoft.com/office/officeart/2005/8/layout/vList2"/>
    <dgm:cxn modelId="{89629026-B04D-4E79-BE21-C9F297FC6790}" type="presOf" srcId="{391BB3FA-D35D-4E90-B407-D7DAA2E275F4}" destId="{469DAC9E-3140-4244-AEEE-2922870E7A51}" srcOrd="0" destOrd="0" presId="urn:microsoft.com/office/officeart/2005/8/layout/vList2"/>
    <dgm:cxn modelId="{07C0DF28-BC99-4536-B004-005A63D99782}" type="presOf" srcId="{D4CA9416-397C-4A30-93BB-37589337E012}" destId="{19ABF6EC-F20F-4360-A06E-5906D5649D7F}" srcOrd="0" destOrd="0" presId="urn:microsoft.com/office/officeart/2005/8/layout/vList2"/>
    <dgm:cxn modelId="{4F8A582B-AF9E-4BB8-924F-9355CBD52417}" srcId="{08F961D2-C683-43ED-B145-9316FB4C2B1B}" destId="{391BB3FA-D35D-4E90-B407-D7DAA2E275F4}" srcOrd="0" destOrd="0" parTransId="{D7272890-3129-4FFF-AB83-8E50987215D4}" sibTransId="{6C0FD10E-A44A-468E-990E-F22DEA0032EB}"/>
    <dgm:cxn modelId="{DF372638-A5B2-43C3-AB20-B0294E17EF86}" type="presOf" srcId="{14F9B0EF-0EF6-4618-B619-3202674A1DC2}" destId="{7A301359-71CB-43D0-B5B4-E35138D15846}" srcOrd="0" destOrd="0" presId="urn:microsoft.com/office/officeart/2005/8/layout/vList2"/>
    <dgm:cxn modelId="{1DAC8260-7FF8-4A69-80B6-3E0727F0C3A6}" srcId="{08F961D2-C683-43ED-B145-9316FB4C2B1B}" destId="{D4CA9416-397C-4A30-93BB-37589337E012}" srcOrd="1" destOrd="0" parTransId="{401F119C-E4A5-4523-AEAD-3911A3F9B2CC}" sibTransId="{1B36DE89-1D78-47CB-A12C-AB74916B75B5}"/>
    <dgm:cxn modelId="{EAFF564D-D232-425C-A675-5FA92B7D6A9C}" type="presOf" srcId="{7BD19184-26A6-4F9C-A485-501283182DD1}" destId="{F4E4BFC5-B272-48EF-9E75-F5F2468DBD0B}" srcOrd="0" destOrd="0" presId="urn:microsoft.com/office/officeart/2005/8/layout/vList2"/>
    <dgm:cxn modelId="{96F71C8D-27F2-4D4C-B6EF-C30E34C81D2C}" type="presOf" srcId="{338444A6-255A-4AF7-9BFA-8F5A86555EE9}" destId="{EA4F2921-91D0-48B0-A3FC-05D73F06B066}" srcOrd="0" destOrd="0" presId="urn:microsoft.com/office/officeart/2005/8/layout/vList2"/>
    <dgm:cxn modelId="{B6BF7AA6-0B66-4620-ACDD-6DA8E50F9E03}" srcId="{08F961D2-C683-43ED-B145-9316FB4C2B1B}" destId="{7BD19184-26A6-4F9C-A485-501283182DD1}" srcOrd="4" destOrd="0" parTransId="{B8EFA110-9F57-452D-879D-2F8E3DD2AE4C}" sibTransId="{41A6D56A-ADEE-4F6F-A8B1-233C41EB98D2}"/>
    <dgm:cxn modelId="{E804C9B8-E9DE-4476-8F00-C2E3E84AB387}" srcId="{08F961D2-C683-43ED-B145-9316FB4C2B1B}" destId="{14F9B0EF-0EF6-4618-B619-3202674A1DC2}" srcOrd="3" destOrd="0" parTransId="{EB2E32BA-11FD-4CCE-83C1-AADFDFA82BFB}" sibTransId="{B21F898D-660C-47ED-9AEA-4FAA872F19A5}"/>
    <dgm:cxn modelId="{773460CE-1A8C-4835-97E4-A5FB0AA3D228}" type="presOf" srcId="{08F961D2-C683-43ED-B145-9316FB4C2B1B}" destId="{973A9A97-A767-4A2F-9F30-2366CC87AF86}" srcOrd="0" destOrd="0" presId="urn:microsoft.com/office/officeart/2005/8/layout/vList2"/>
    <dgm:cxn modelId="{CE2987E8-74B2-4F70-8D51-901E540F35D3}" srcId="{08F961D2-C683-43ED-B145-9316FB4C2B1B}" destId="{338444A6-255A-4AF7-9BFA-8F5A86555EE9}" srcOrd="2" destOrd="0" parTransId="{8CDAD9BD-8CBB-4AA6-8DAD-6142D5162848}" sibTransId="{84F749EE-092F-47D8-A6FA-26060DAC85E6}"/>
    <dgm:cxn modelId="{5D4FF5F5-A468-4DB1-8F4D-C7F852174D19}" srcId="{08F961D2-C683-43ED-B145-9316FB4C2B1B}" destId="{A15C3E00-516D-48FE-B3DB-1297CCABF9AB}" srcOrd="5" destOrd="0" parTransId="{3026C1AB-7762-47CC-865A-770C36E44DD6}" sibTransId="{8A0CCABA-4938-4048-BC9A-88FE22D7EF2C}"/>
    <dgm:cxn modelId="{058DEBA5-F459-47C1-976B-F273CA7DD8DE}" type="presParOf" srcId="{973A9A97-A767-4A2F-9F30-2366CC87AF86}" destId="{469DAC9E-3140-4244-AEEE-2922870E7A51}" srcOrd="0" destOrd="0" presId="urn:microsoft.com/office/officeart/2005/8/layout/vList2"/>
    <dgm:cxn modelId="{8DEB1C62-ABF3-4D11-8E43-2237A78BA2EA}" type="presParOf" srcId="{973A9A97-A767-4A2F-9F30-2366CC87AF86}" destId="{4E3B0110-AA19-432B-919A-A4884C3F6AB2}" srcOrd="1" destOrd="0" presId="urn:microsoft.com/office/officeart/2005/8/layout/vList2"/>
    <dgm:cxn modelId="{B0A18592-06C5-4420-96DB-E47587AEF4AF}" type="presParOf" srcId="{973A9A97-A767-4A2F-9F30-2366CC87AF86}" destId="{19ABF6EC-F20F-4360-A06E-5906D5649D7F}" srcOrd="2" destOrd="0" presId="urn:microsoft.com/office/officeart/2005/8/layout/vList2"/>
    <dgm:cxn modelId="{95DB85B8-12A5-4C47-BD5C-220353A48F29}" type="presParOf" srcId="{973A9A97-A767-4A2F-9F30-2366CC87AF86}" destId="{4BB49FAA-D883-4AF6-97D1-B1AA592D5421}" srcOrd="3" destOrd="0" presId="urn:microsoft.com/office/officeart/2005/8/layout/vList2"/>
    <dgm:cxn modelId="{00F7BCBC-188D-42E5-A380-9F7380B100CC}" type="presParOf" srcId="{973A9A97-A767-4A2F-9F30-2366CC87AF86}" destId="{EA4F2921-91D0-48B0-A3FC-05D73F06B066}" srcOrd="4" destOrd="0" presId="urn:microsoft.com/office/officeart/2005/8/layout/vList2"/>
    <dgm:cxn modelId="{4EE28F75-81BC-4A34-9B51-E3CB3BA31ACA}" type="presParOf" srcId="{973A9A97-A767-4A2F-9F30-2366CC87AF86}" destId="{6BF14B84-AC50-4B6D-98B7-2E04067A09DC}" srcOrd="5" destOrd="0" presId="urn:microsoft.com/office/officeart/2005/8/layout/vList2"/>
    <dgm:cxn modelId="{D8547ED0-D016-4B19-87D1-D9977726CE03}" type="presParOf" srcId="{973A9A97-A767-4A2F-9F30-2366CC87AF86}" destId="{7A301359-71CB-43D0-B5B4-E35138D15846}" srcOrd="6" destOrd="0" presId="urn:microsoft.com/office/officeart/2005/8/layout/vList2"/>
    <dgm:cxn modelId="{2003EE59-3871-4957-9F7E-1CB06A918043}" type="presParOf" srcId="{973A9A97-A767-4A2F-9F30-2366CC87AF86}" destId="{72BB7431-C11A-4C34-8CE9-AAC90A3CE744}" srcOrd="7" destOrd="0" presId="urn:microsoft.com/office/officeart/2005/8/layout/vList2"/>
    <dgm:cxn modelId="{56C0D440-7133-4D9F-BC6A-46AE8FDD7B7D}" type="presParOf" srcId="{973A9A97-A767-4A2F-9F30-2366CC87AF86}" destId="{F4E4BFC5-B272-48EF-9E75-F5F2468DBD0B}" srcOrd="8" destOrd="0" presId="urn:microsoft.com/office/officeart/2005/8/layout/vList2"/>
    <dgm:cxn modelId="{D6DC2B81-C31F-4284-99CB-6E4377CBBE36}" type="presParOf" srcId="{973A9A97-A767-4A2F-9F30-2366CC87AF86}" destId="{3CC74B33-10AB-4315-8AE4-50B535D53C2E}" srcOrd="9" destOrd="0" presId="urn:microsoft.com/office/officeart/2005/8/layout/vList2"/>
    <dgm:cxn modelId="{41805D96-E7BB-46AD-8345-C5667CDDB3C9}" type="presParOf" srcId="{973A9A97-A767-4A2F-9F30-2366CC87AF86}" destId="{B6613B10-76F0-4455-A898-6C5633CEF9D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B67B6B-23BE-4379-95B4-66EF3BF4C15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0767CBF-48C8-423C-AA5B-E4C817908AC2}">
      <dgm:prSet/>
      <dgm:spPr/>
      <dgm:t>
        <a:bodyPr/>
        <a:lstStyle/>
        <a:p>
          <a:r>
            <a:rPr lang="en-US" dirty="0">
              <a:latin typeface="Aptos" panose="020B0004020202020204" pitchFamily="34" charset="0"/>
            </a:rPr>
            <a:t>Baseline models failed due to class imbalance</a:t>
          </a:r>
        </a:p>
      </dgm:t>
    </dgm:pt>
    <dgm:pt modelId="{D42CFF05-48FB-4428-8480-DA25B2058AAE}" type="parTrans" cxnId="{2993380A-1DFA-4B55-AD57-74383B2D915E}">
      <dgm:prSet/>
      <dgm:spPr/>
      <dgm:t>
        <a:bodyPr/>
        <a:lstStyle/>
        <a:p>
          <a:endParaRPr lang="en-US"/>
        </a:p>
      </dgm:t>
    </dgm:pt>
    <dgm:pt modelId="{DBC8BDF1-47D6-46EF-ADF3-E84CFC281B0F}" type="sibTrans" cxnId="{2993380A-1DFA-4B55-AD57-74383B2D915E}">
      <dgm:prSet/>
      <dgm:spPr/>
      <dgm:t>
        <a:bodyPr/>
        <a:lstStyle/>
        <a:p>
          <a:endParaRPr lang="en-US"/>
        </a:p>
      </dgm:t>
    </dgm:pt>
    <dgm:pt modelId="{FBB691F3-0F16-434D-88AC-515386A9D475}">
      <dgm:prSet/>
      <dgm:spPr/>
      <dgm:t>
        <a:bodyPr/>
        <a:lstStyle/>
        <a:p>
          <a:r>
            <a:rPr lang="en-US" dirty="0">
              <a:latin typeface="Aptos" panose="020B0004020202020204" pitchFamily="34" charset="0"/>
            </a:rPr>
            <a:t>Balanced Logistic Regression: </a:t>
          </a:r>
        </a:p>
      </dgm:t>
    </dgm:pt>
    <dgm:pt modelId="{E67B5094-7A54-42C6-863F-A0CA19571EDC}" type="parTrans" cxnId="{12A447EB-37F4-4B9E-B7C9-445936ABB932}">
      <dgm:prSet/>
      <dgm:spPr/>
      <dgm:t>
        <a:bodyPr/>
        <a:lstStyle/>
        <a:p>
          <a:endParaRPr lang="en-US"/>
        </a:p>
      </dgm:t>
    </dgm:pt>
    <dgm:pt modelId="{A8AE4458-4151-413F-A6A8-4D5703772442}" type="sibTrans" cxnId="{12A447EB-37F4-4B9E-B7C9-445936ABB932}">
      <dgm:prSet/>
      <dgm:spPr/>
      <dgm:t>
        <a:bodyPr/>
        <a:lstStyle/>
        <a:p>
          <a:endParaRPr lang="en-US"/>
        </a:p>
      </dgm:t>
    </dgm:pt>
    <dgm:pt modelId="{C3E4D30C-E31A-44EC-9719-146EE40A5E97}">
      <dgm:prSet/>
      <dgm:spPr/>
      <dgm:t>
        <a:bodyPr/>
        <a:lstStyle/>
        <a:p>
          <a:r>
            <a:rPr lang="en-US" dirty="0">
              <a:latin typeface="Aptos" panose="020B0004020202020204" pitchFamily="34" charset="0"/>
            </a:rPr>
            <a:t>~47% recall on delayed trips</a:t>
          </a:r>
        </a:p>
      </dgm:t>
    </dgm:pt>
    <dgm:pt modelId="{2FD941DB-5D42-41EC-ABCA-1591FE4B8B30}" type="parTrans" cxnId="{4F0059BE-4750-46D0-A4DD-B247559CDCBD}">
      <dgm:prSet/>
      <dgm:spPr/>
      <dgm:t>
        <a:bodyPr/>
        <a:lstStyle/>
        <a:p>
          <a:endParaRPr lang="en-US"/>
        </a:p>
      </dgm:t>
    </dgm:pt>
    <dgm:pt modelId="{FAE7252C-8BE6-43A1-AD7A-B137D60538D9}" type="sibTrans" cxnId="{4F0059BE-4750-46D0-A4DD-B247559CDCBD}">
      <dgm:prSet/>
      <dgm:spPr/>
      <dgm:t>
        <a:bodyPr/>
        <a:lstStyle/>
        <a:p>
          <a:endParaRPr lang="en-US"/>
        </a:p>
      </dgm:t>
    </dgm:pt>
    <dgm:pt modelId="{33BA109C-6255-4454-AF84-3361B1163A4A}">
      <dgm:prSet/>
      <dgm:spPr/>
      <dgm:t>
        <a:bodyPr/>
        <a:lstStyle/>
        <a:p>
          <a:r>
            <a:rPr lang="en-US" dirty="0">
              <a:latin typeface="Aptos" panose="020B0004020202020204" pitchFamily="34" charset="0"/>
            </a:rPr>
            <a:t>Deep learning did NOT outperform ML</a:t>
          </a:r>
        </a:p>
      </dgm:t>
    </dgm:pt>
    <dgm:pt modelId="{41039764-E3AA-422E-B577-265C81AB4B0B}" type="parTrans" cxnId="{9D54FB39-9B25-47D1-A0F2-D12794048015}">
      <dgm:prSet/>
      <dgm:spPr/>
      <dgm:t>
        <a:bodyPr/>
        <a:lstStyle/>
        <a:p>
          <a:endParaRPr lang="en-US"/>
        </a:p>
      </dgm:t>
    </dgm:pt>
    <dgm:pt modelId="{AD4EE504-B271-4441-92C7-3B77F9AE6B78}" type="sibTrans" cxnId="{9D54FB39-9B25-47D1-A0F2-D12794048015}">
      <dgm:prSet/>
      <dgm:spPr/>
      <dgm:t>
        <a:bodyPr/>
        <a:lstStyle/>
        <a:p>
          <a:endParaRPr lang="en-US"/>
        </a:p>
      </dgm:t>
    </dgm:pt>
    <dgm:pt modelId="{5EB7BFB1-E679-4688-BEF5-C34CC46E3962}">
      <dgm:prSet/>
      <dgm:spPr/>
      <dgm:t>
        <a:bodyPr/>
        <a:lstStyle/>
        <a:p>
          <a:r>
            <a:rPr lang="en-US" dirty="0">
              <a:latin typeface="Aptos" panose="020B0004020202020204" pitchFamily="34" charset="0"/>
            </a:rPr>
            <a:t>Regression performance limited due to weak predictors</a:t>
          </a:r>
        </a:p>
      </dgm:t>
    </dgm:pt>
    <dgm:pt modelId="{93FE8D8C-31E3-4636-94C4-6784EAAF8172}" type="parTrans" cxnId="{7665428D-939E-4435-8B75-5FF0ADC7D94A}">
      <dgm:prSet/>
      <dgm:spPr/>
      <dgm:t>
        <a:bodyPr/>
        <a:lstStyle/>
        <a:p>
          <a:endParaRPr lang="en-US"/>
        </a:p>
      </dgm:t>
    </dgm:pt>
    <dgm:pt modelId="{A6076D94-F585-4C2F-8D45-AB0E3358D392}" type="sibTrans" cxnId="{7665428D-939E-4435-8B75-5FF0ADC7D94A}">
      <dgm:prSet/>
      <dgm:spPr/>
      <dgm:t>
        <a:bodyPr/>
        <a:lstStyle/>
        <a:p>
          <a:endParaRPr lang="en-US"/>
        </a:p>
      </dgm:t>
    </dgm:pt>
    <dgm:pt modelId="{27AE3D58-97A2-4937-8569-8A3E9D7387F5}" type="pres">
      <dgm:prSet presAssocID="{E8B67B6B-23BE-4379-95B4-66EF3BF4C153}" presName="outerComposite" presStyleCnt="0">
        <dgm:presLayoutVars>
          <dgm:chMax val="5"/>
          <dgm:dir/>
          <dgm:resizeHandles val="exact"/>
        </dgm:presLayoutVars>
      </dgm:prSet>
      <dgm:spPr/>
    </dgm:pt>
    <dgm:pt modelId="{EB0D579C-2CFD-4563-9E70-5FA0358DBEB4}" type="pres">
      <dgm:prSet presAssocID="{E8B67B6B-23BE-4379-95B4-66EF3BF4C153}" presName="dummyMaxCanvas" presStyleCnt="0">
        <dgm:presLayoutVars/>
      </dgm:prSet>
      <dgm:spPr/>
    </dgm:pt>
    <dgm:pt modelId="{77D72CBE-F70E-4E1D-B182-37F636A2B7DA}" type="pres">
      <dgm:prSet presAssocID="{E8B67B6B-23BE-4379-95B4-66EF3BF4C153}" presName="FourNodes_1" presStyleLbl="node1" presStyleIdx="0" presStyleCnt="4">
        <dgm:presLayoutVars>
          <dgm:bulletEnabled val="1"/>
        </dgm:presLayoutVars>
      </dgm:prSet>
      <dgm:spPr/>
    </dgm:pt>
    <dgm:pt modelId="{3B28E0AF-7CC8-488C-9512-079BAC47381F}" type="pres">
      <dgm:prSet presAssocID="{E8B67B6B-23BE-4379-95B4-66EF3BF4C153}" presName="FourNodes_2" presStyleLbl="node1" presStyleIdx="1" presStyleCnt="4">
        <dgm:presLayoutVars>
          <dgm:bulletEnabled val="1"/>
        </dgm:presLayoutVars>
      </dgm:prSet>
      <dgm:spPr/>
    </dgm:pt>
    <dgm:pt modelId="{74183C9C-4433-4603-BD99-93F8A152DFDA}" type="pres">
      <dgm:prSet presAssocID="{E8B67B6B-23BE-4379-95B4-66EF3BF4C153}" presName="FourNodes_3" presStyleLbl="node1" presStyleIdx="2" presStyleCnt="4">
        <dgm:presLayoutVars>
          <dgm:bulletEnabled val="1"/>
        </dgm:presLayoutVars>
      </dgm:prSet>
      <dgm:spPr/>
    </dgm:pt>
    <dgm:pt modelId="{A452FB9C-4CA9-4764-AE3A-AEB5CEE08272}" type="pres">
      <dgm:prSet presAssocID="{E8B67B6B-23BE-4379-95B4-66EF3BF4C153}" presName="FourNodes_4" presStyleLbl="node1" presStyleIdx="3" presStyleCnt="4">
        <dgm:presLayoutVars>
          <dgm:bulletEnabled val="1"/>
        </dgm:presLayoutVars>
      </dgm:prSet>
      <dgm:spPr/>
    </dgm:pt>
    <dgm:pt modelId="{E5D385CC-6E96-4567-B2FE-E1BF5C246FD4}" type="pres">
      <dgm:prSet presAssocID="{E8B67B6B-23BE-4379-95B4-66EF3BF4C153}" presName="FourConn_1-2" presStyleLbl="fgAccFollowNode1" presStyleIdx="0" presStyleCnt="3">
        <dgm:presLayoutVars>
          <dgm:bulletEnabled val="1"/>
        </dgm:presLayoutVars>
      </dgm:prSet>
      <dgm:spPr/>
    </dgm:pt>
    <dgm:pt modelId="{46320AE1-5D94-4C04-8AB6-9FB9F2EEAD31}" type="pres">
      <dgm:prSet presAssocID="{E8B67B6B-23BE-4379-95B4-66EF3BF4C153}" presName="FourConn_2-3" presStyleLbl="fgAccFollowNode1" presStyleIdx="1" presStyleCnt="3">
        <dgm:presLayoutVars>
          <dgm:bulletEnabled val="1"/>
        </dgm:presLayoutVars>
      </dgm:prSet>
      <dgm:spPr/>
    </dgm:pt>
    <dgm:pt modelId="{FB7BB219-45AC-4E32-933F-7DB67094D0D4}" type="pres">
      <dgm:prSet presAssocID="{E8B67B6B-23BE-4379-95B4-66EF3BF4C153}" presName="FourConn_3-4" presStyleLbl="fgAccFollowNode1" presStyleIdx="2" presStyleCnt="3">
        <dgm:presLayoutVars>
          <dgm:bulletEnabled val="1"/>
        </dgm:presLayoutVars>
      </dgm:prSet>
      <dgm:spPr/>
    </dgm:pt>
    <dgm:pt modelId="{C061593C-CA06-4129-BCA8-BB6AD3C06147}" type="pres">
      <dgm:prSet presAssocID="{E8B67B6B-23BE-4379-95B4-66EF3BF4C153}" presName="FourNodes_1_text" presStyleLbl="node1" presStyleIdx="3" presStyleCnt="4">
        <dgm:presLayoutVars>
          <dgm:bulletEnabled val="1"/>
        </dgm:presLayoutVars>
      </dgm:prSet>
      <dgm:spPr/>
    </dgm:pt>
    <dgm:pt modelId="{50F9ABF0-D0B6-4D32-8CE4-E6C298B4586F}" type="pres">
      <dgm:prSet presAssocID="{E8B67B6B-23BE-4379-95B4-66EF3BF4C153}" presName="FourNodes_2_text" presStyleLbl="node1" presStyleIdx="3" presStyleCnt="4">
        <dgm:presLayoutVars>
          <dgm:bulletEnabled val="1"/>
        </dgm:presLayoutVars>
      </dgm:prSet>
      <dgm:spPr/>
    </dgm:pt>
    <dgm:pt modelId="{A8ADECF7-FC23-4606-9A8E-164973EE7B2F}" type="pres">
      <dgm:prSet presAssocID="{E8B67B6B-23BE-4379-95B4-66EF3BF4C153}" presName="FourNodes_3_text" presStyleLbl="node1" presStyleIdx="3" presStyleCnt="4">
        <dgm:presLayoutVars>
          <dgm:bulletEnabled val="1"/>
        </dgm:presLayoutVars>
      </dgm:prSet>
      <dgm:spPr/>
    </dgm:pt>
    <dgm:pt modelId="{153A02C0-80B7-4242-98B0-3F0B5B77461B}" type="pres">
      <dgm:prSet presAssocID="{E8B67B6B-23BE-4379-95B4-66EF3BF4C153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993380A-1DFA-4B55-AD57-74383B2D915E}" srcId="{E8B67B6B-23BE-4379-95B4-66EF3BF4C153}" destId="{70767CBF-48C8-423C-AA5B-E4C817908AC2}" srcOrd="0" destOrd="0" parTransId="{D42CFF05-48FB-4428-8480-DA25B2058AAE}" sibTransId="{DBC8BDF1-47D6-46EF-ADF3-E84CFC281B0F}"/>
    <dgm:cxn modelId="{6C65DA20-4619-46C8-B2A5-2DB40952AFFF}" type="presOf" srcId="{E8B67B6B-23BE-4379-95B4-66EF3BF4C153}" destId="{27AE3D58-97A2-4937-8569-8A3E9D7387F5}" srcOrd="0" destOrd="0" presId="urn:microsoft.com/office/officeart/2005/8/layout/vProcess5"/>
    <dgm:cxn modelId="{9D54FB39-9B25-47D1-A0F2-D12794048015}" srcId="{E8B67B6B-23BE-4379-95B4-66EF3BF4C153}" destId="{33BA109C-6255-4454-AF84-3361B1163A4A}" srcOrd="2" destOrd="0" parTransId="{41039764-E3AA-422E-B577-265C81AB4B0B}" sibTransId="{AD4EE504-B271-4441-92C7-3B77F9AE6B78}"/>
    <dgm:cxn modelId="{89510142-2B53-441F-B446-5C3D3E5EF918}" type="presOf" srcId="{33BA109C-6255-4454-AF84-3361B1163A4A}" destId="{A8ADECF7-FC23-4606-9A8E-164973EE7B2F}" srcOrd="1" destOrd="0" presId="urn:microsoft.com/office/officeart/2005/8/layout/vProcess5"/>
    <dgm:cxn modelId="{BE190064-A4D1-4FE2-88EA-F804B54FFB75}" type="presOf" srcId="{70767CBF-48C8-423C-AA5B-E4C817908AC2}" destId="{77D72CBE-F70E-4E1D-B182-37F636A2B7DA}" srcOrd="0" destOrd="0" presId="urn:microsoft.com/office/officeart/2005/8/layout/vProcess5"/>
    <dgm:cxn modelId="{B665BE54-BABB-4F16-AC08-F4F2BD190746}" type="presOf" srcId="{5EB7BFB1-E679-4688-BEF5-C34CC46E3962}" destId="{A452FB9C-4CA9-4764-AE3A-AEB5CEE08272}" srcOrd="0" destOrd="0" presId="urn:microsoft.com/office/officeart/2005/8/layout/vProcess5"/>
    <dgm:cxn modelId="{613DD579-F948-4332-8E00-26F2B818CC2C}" type="presOf" srcId="{AD4EE504-B271-4441-92C7-3B77F9AE6B78}" destId="{FB7BB219-45AC-4E32-933F-7DB67094D0D4}" srcOrd="0" destOrd="0" presId="urn:microsoft.com/office/officeart/2005/8/layout/vProcess5"/>
    <dgm:cxn modelId="{CBB9687F-5B5D-4105-90FA-8AB6B1CD852E}" type="presOf" srcId="{FBB691F3-0F16-434D-88AC-515386A9D475}" destId="{3B28E0AF-7CC8-488C-9512-079BAC47381F}" srcOrd="0" destOrd="0" presId="urn:microsoft.com/office/officeart/2005/8/layout/vProcess5"/>
    <dgm:cxn modelId="{78765585-B902-429E-879F-F6410EA0DD62}" type="presOf" srcId="{FBB691F3-0F16-434D-88AC-515386A9D475}" destId="{50F9ABF0-D0B6-4D32-8CE4-E6C298B4586F}" srcOrd="1" destOrd="0" presId="urn:microsoft.com/office/officeart/2005/8/layout/vProcess5"/>
    <dgm:cxn modelId="{7665428D-939E-4435-8B75-5FF0ADC7D94A}" srcId="{E8B67B6B-23BE-4379-95B4-66EF3BF4C153}" destId="{5EB7BFB1-E679-4688-BEF5-C34CC46E3962}" srcOrd="3" destOrd="0" parTransId="{93FE8D8C-31E3-4636-94C4-6784EAAF8172}" sibTransId="{A6076D94-F585-4C2F-8D45-AB0E3358D392}"/>
    <dgm:cxn modelId="{7EB3D596-EA02-4B42-B1D2-19C57C7B6283}" type="presOf" srcId="{C3E4D30C-E31A-44EC-9719-146EE40A5E97}" destId="{3B28E0AF-7CC8-488C-9512-079BAC47381F}" srcOrd="0" destOrd="1" presId="urn:microsoft.com/office/officeart/2005/8/layout/vProcess5"/>
    <dgm:cxn modelId="{9B03AD9D-060A-4C4E-AAFD-9C9497F9FA45}" type="presOf" srcId="{33BA109C-6255-4454-AF84-3361B1163A4A}" destId="{74183C9C-4433-4603-BD99-93F8A152DFDA}" srcOrd="0" destOrd="0" presId="urn:microsoft.com/office/officeart/2005/8/layout/vProcess5"/>
    <dgm:cxn modelId="{041E59AE-1D14-42F5-A30C-B0FC0031830D}" type="presOf" srcId="{C3E4D30C-E31A-44EC-9719-146EE40A5E97}" destId="{50F9ABF0-D0B6-4D32-8CE4-E6C298B4586F}" srcOrd="1" destOrd="1" presId="urn:microsoft.com/office/officeart/2005/8/layout/vProcess5"/>
    <dgm:cxn modelId="{4F0059BE-4750-46D0-A4DD-B247559CDCBD}" srcId="{FBB691F3-0F16-434D-88AC-515386A9D475}" destId="{C3E4D30C-E31A-44EC-9719-146EE40A5E97}" srcOrd="0" destOrd="0" parTransId="{2FD941DB-5D42-41EC-ABCA-1591FE4B8B30}" sibTransId="{FAE7252C-8BE6-43A1-AD7A-B137D60538D9}"/>
    <dgm:cxn modelId="{095B8ABF-67E1-4257-B8D8-EBCC381A7DF1}" type="presOf" srcId="{A8AE4458-4151-413F-A6A8-4D5703772442}" destId="{46320AE1-5D94-4C04-8AB6-9FB9F2EEAD31}" srcOrd="0" destOrd="0" presId="urn:microsoft.com/office/officeart/2005/8/layout/vProcess5"/>
    <dgm:cxn modelId="{A05293E4-DF53-49C0-B1FB-EE29B8760D2D}" type="presOf" srcId="{5EB7BFB1-E679-4688-BEF5-C34CC46E3962}" destId="{153A02C0-80B7-4242-98B0-3F0B5B77461B}" srcOrd="1" destOrd="0" presId="urn:microsoft.com/office/officeart/2005/8/layout/vProcess5"/>
    <dgm:cxn modelId="{12A447EB-37F4-4B9E-B7C9-445936ABB932}" srcId="{E8B67B6B-23BE-4379-95B4-66EF3BF4C153}" destId="{FBB691F3-0F16-434D-88AC-515386A9D475}" srcOrd="1" destOrd="0" parTransId="{E67B5094-7A54-42C6-863F-A0CA19571EDC}" sibTransId="{A8AE4458-4151-413F-A6A8-4D5703772442}"/>
    <dgm:cxn modelId="{E69930F9-5382-4BDD-AD88-FB7A0599ACF3}" type="presOf" srcId="{70767CBF-48C8-423C-AA5B-E4C817908AC2}" destId="{C061593C-CA06-4129-BCA8-BB6AD3C06147}" srcOrd="1" destOrd="0" presId="urn:microsoft.com/office/officeart/2005/8/layout/vProcess5"/>
    <dgm:cxn modelId="{CB48A3F9-7245-4A6A-BE84-C46948246A39}" type="presOf" srcId="{DBC8BDF1-47D6-46EF-ADF3-E84CFC281B0F}" destId="{E5D385CC-6E96-4567-B2FE-E1BF5C246FD4}" srcOrd="0" destOrd="0" presId="urn:microsoft.com/office/officeart/2005/8/layout/vProcess5"/>
    <dgm:cxn modelId="{11B25542-8DF4-4B8E-B869-C3CCB9E20B43}" type="presParOf" srcId="{27AE3D58-97A2-4937-8569-8A3E9D7387F5}" destId="{EB0D579C-2CFD-4563-9E70-5FA0358DBEB4}" srcOrd="0" destOrd="0" presId="urn:microsoft.com/office/officeart/2005/8/layout/vProcess5"/>
    <dgm:cxn modelId="{0E9A38E6-7F0A-458F-AD48-1360A18640FC}" type="presParOf" srcId="{27AE3D58-97A2-4937-8569-8A3E9D7387F5}" destId="{77D72CBE-F70E-4E1D-B182-37F636A2B7DA}" srcOrd="1" destOrd="0" presId="urn:microsoft.com/office/officeart/2005/8/layout/vProcess5"/>
    <dgm:cxn modelId="{B91C495B-AB22-466E-9628-FB7104C64519}" type="presParOf" srcId="{27AE3D58-97A2-4937-8569-8A3E9D7387F5}" destId="{3B28E0AF-7CC8-488C-9512-079BAC47381F}" srcOrd="2" destOrd="0" presId="urn:microsoft.com/office/officeart/2005/8/layout/vProcess5"/>
    <dgm:cxn modelId="{3B2C0E46-531C-464F-9790-A275EFAC592D}" type="presParOf" srcId="{27AE3D58-97A2-4937-8569-8A3E9D7387F5}" destId="{74183C9C-4433-4603-BD99-93F8A152DFDA}" srcOrd="3" destOrd="0" presId="urn:microsoft.com/office/officeart/2005/8/layout/vProcess5"/>
    <dgm:cxn modelId="{BF53320D-941F-4162-9D2F-C1B1939B1EBB}" type="presParOf" srcId="{27AE3D58-97A2-4937-8569-8A3E9D7387F5}" destId="{A452FB9C-4CA9-4764-AE3A-AEB5CEE08272}" srcOrd="4" destOrd="0" presId="urn:microsoft.com/office/officeart/2005/8/layout/vProcess5"/>
    <dgm:cxn modelId="{2F8C010E-B4AB-44F2-9C6C-D12C05A24268}" type="presParOf" srcId="{27AE3D58-97A2-4937-8569-8A3E9D7387F5}" destId="{E5D385CC-6E96-4567-B2FE-E1BF5C246FD4}" srcOrd="5" destOrd="0" presId="urn:microsoft.com/office/officeart/2005/8/layout/vProcess5"/>
    <dgm:cxn modelId="{30AD06EC-6B8E-4415-ABC7-0C223B1355D0}" type="presParOf" srcId="{27AE3D58-97A2-4937-8569-8A3E9D7387F5}" destId="{46320AE1-5D94-4C04-8AB6-9FB9F2EEAD31}" srcOrd="6" destOrd="0" presId="urn:microsoft.com/office/officeart/2005/8/layout/vProcess5"/>
    <dgm:cxn modelId="{8197BF76-C605-428D-829C-CDC1B7529291}" type="presParOf" srcId="{27AE3D58-97A2-4937-8569-8A3E9D7387F5}" destId="{FB7BB219-45AC-4E32-933F-7DB67094D0D4}" srcOrd="7" destOrd="0" presId="urn:microsoft.com/office/officeart/2005/8/layout/vProcess5"/>
    <dgm:cxn modelId="{2BCA711A-0BDC-4C3B-9187-EB254FBB747E}" type="presParOf" srcId="{27AE3D58-97A2-4937-8569-8A3E9D7387F5}" destId="{C061593C-CA06-4129-BCA8-BB6AD3C06147}" srcOrd="8" destOrd="0" presId="urn:microsoft.com/office/officeart/2005/8/layout/vProcess5"/>
    <dgm:cxn modelId="{6ACFCDB5-5287-4B1C-94C0-E37C61934ABA}" type="presParOf" srcId="{27AE3D58-97A2-4937-8569-8A3E9D7387F5}" destId="{50F9ABF0-D0B6-4D32-8CE4-E6C298B4586F}" srcOrd="9" destOrd="0" presId="urn:microsoft.com/office/officeart/2005/8/layout/vProcess5"/>
    <dgm:cxn modelId="{0969056D-25AD-4968-80C1-9A9523F8BEF7}" type="presParOf" srcId="{27AE3D58-97A2-4937-8569-8A3E9D7387F5}" destId="{A8ADECF7-FC23-4606-9A8E-164973EE7B2F}" srcOrd="10" destOrd="0" presId="urn:microsoft.com/office/officeart/2005/8/layout/vProcess5"/>
    <dgm:cxn modelId="{1A27445E-4758-413C-B42B-FCB11695C760}" type="presParOf" srcId="{27AE3D58-97A2-4937-8569-8A3E9D7387F5}" destId="{153A02C0-80B7-4242-98B0-3F0B5B77461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EF7D2A-DF33-40D1-8347-1D29E3E55327}">
      <dsp:nvSpPr>
        <dsp:cNvPr id="0" name=""/>
        <dsp:cNvSpPr/>
      </dsp:nvSpPr>
      <dsp:spPr>
        <a:xfrm>
          <a:off x="0" y="26667"/>
          <a:ext cx="6666833" cy="98104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300" kern="1200"/>
            <a:t>Christopher F. Ogbechie</a:t>
          </a:r>
          <a:endParaRPr lang="en-US" sz="4300" kern="1200"/>
        </a:p>
      </dsp:txBody>
      <dsp:txXfrm>
        <a:off x="47891" y="74558"/>
        <a:ext cx="6571051" cy="885263"/>
      </dsp:txXfrm>
    </dsp:sp>
    <dsp:sp modelId="{CC3624D1-CC31-4216-9BD5-9218AD1EE4B3}">
      <dsp:nvSpPr>
        <dsp:cNvPr id="0" name=""/>
        <dsp:cNvSpPr/>
      </dsp:nvSpPr>
      <dsp:spPr>
        <a:xfrm>
          <a:off x="0" y="1131552"/>
          <a:ext cx="6666833" cy="981045"/>
        </a:xfrm>
        <a:prstGeom prst="roundRect">
          <a:avLst/>
        </a:prstGeom>
        <a:gradFill rotWithShape="0">
          <a:gsLst>
            <a:gs pos="0">
              <a:schemeClr val="accent5">
                <a:hueOff val="589196"/>
                <a:satOff val="-2817"/>
                <a:lumOff val="3088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5">
                <a:hueOff val="589196"/>
                <a:satOff val="-2817"/>
                <a:lumOff val="3088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300" kern="1200"/>
            <a:t>Lukman Ibrahim</a:t>
          </a:r>
          <a:endParaRPr lang="en-US" sz="4300" kern="1200"/>
        </a:p>
      </dsp:txBody>
      <dsp:txXfrm>
        <a:off x="47891" y="1179443"/>
        <a:ext cx="6571051" cy="885263"/>
      </dsp:txXfrm>
    </dsp:sp>
    <dsp:sp modelId="{5CFD96C7-E05B-4E2A-8D4C-AC041A7E20BE}">
      <dsp:nvSpPr>
        <dsp:cNvPr id="0" name=""/>
        <dsp:cNvSpPr/>
      </dsp:nvSpPr>
      <dsp:spPr>
        <a:xfrm>
          <a:off x="0" y="2236437"/>
          <a:ext cx="6666833" cy="981045"/>
        </a:xfrm>
        <a:prstGeom prst="roundRect">
          <a:avLst/>
        </a:prstGeom>
        <a:gradFill rotWithShape="0">
          <a:gsLst>
            <a:gs pos="0">
              <a:schemeClr val="accent5">
                <a:hueOff val="1178392"/>
                <a:satOff val="-5635"/>
                <a:lumOff val="6177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5">
                <a:hueOff val="1178392"/>
                <a:satOff val="-5635"/>
                <a:lumOff val="6177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300" kern="1200"/>
            <a:t>Matthew Asare</a:t>
          </a:r>
          <a:endParaRPr lang="en-US" sz="4300" kern="1200"/>
        </a:p>
      </dsp:txBody>
      <dsp:txXfrm>
        <a:off x="47891" y="2284328"/>
        <a:ext cx="6571051" cy="885263"/>
      </dsp:txXfrm>
    </dsp:sp>
    <dsp:sp modelId="{0A9F4DC2-A9A2-481F-A4E5-CB093438E8F0}">
      <dsp:nvSpPr>
        <dsp:cNvPr id="0" name=""/>
        <dsp:cNvSpPr/>
      </dsp:nvSpPr>
      <dsp:spPr>
        <a:xfrm>
          <a:off x="0" y="3341322"/>
          <a:ext cx="6666833" cy="981045"/>
        </a:xfrm>
        <a:prstGeom prst="roundRect">
          <a:avLst/>
        </a:prstGeom>
        <a:gradFill rotWithShape="0">
          <a:gsLst>
            <a:gs pos="0">
              <a:schemeClr val="accent5">
                <a:hueOff val="1767588"/>
                <a:satOff val="-8452"/>
                <a:lumOff val="9265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5">
                <a:hueOff val="1767588"/>
                <a:satOff val="-8452"/>
                <a:lumOff val="9265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300" kern="1200"/>
            <a:t>Machine Learning ANLT202</a:t>
          </a:r>
          <a:endParaRPr lang="en-US" sz="4300" kern="1200"/>
        </a:p>
      </dsp:txBody>
      <dsp:txXfrm>
        <a:off x="47891" y="3389213"/>
        <a:ext cx="6571051" cy="885263"/>
      </dsp:txXfrm>
    </dsp:sp>
    <dsp:sp modelId="{BBE16414-F46B-4168-8B02-7F2EB969C3D3}">
      <dsp:nvSpPr>
        <dsp:cNvPr id="0" name=""/>
        <dsp:cNvSpPr/>
      </dsp:nvSpPr>
      <dsp:spPr>
        <a:xfrm>
          <a:off x="0" y="4446207"/>
          <a:ext cx="6666833" cy="981045"/>
        </a:xfrm>
        <a:prstGeom prst="roundRect">
          <a:avLst/>
        </a:prstGeom>
        <a:gradFill rotWithShape="0">
          <a:gsLst>
            <a:gs pos="0">
              <a:schemeClr val="accent5">
                <a:hueOff val="2356783"/>
                <a:satOff val="-11270"/>
                <a:lumOff val="12353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5">
                <a:hueOff val="2356783"/>
                <a:satOff val="-11270"/>
                <a:lumOff val="12353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300" kern="1200"/>
            <a:t>December 12, 2025.</a:t>
          </a:r>
          <a:endParaRPr lang="en-US" sz="4300" kern="1200"/>
        </a:p>
      </dsp:txBody>
      <dsp:txXfrm>
        <a:off x="47891" y="4494098"/>
        <a:ext cx="6571051" cy="8852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9DAC9E-3140-4244-AEEE-2922870E7A51}">
      <dsp:nvSpPr>
        <dsp:cNvPr id="0" name=""/>
        <dsp:cNvSpPr/>
      </dsp:nvSpPr>
      <dsp:spPr>
        <a:xfrm>
          <a:off x="0" y="33325"/>
          <a:ext cx="5641974" cy="73709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000" b="1" kern="1200" dirty="0">
              <a:latin typeface="Aptos" panose="020B0004020202020204" pitchFamily="34" charset="0"/>
            </a:rPr>
            <a:t>Classification</a:t>
          </a:r>
          <a:endParaRPr lang="en-US" sz="3000" kern="1200" dirty="0">
            <a:latin typeface="Aptos" panose="020B0004020202020204" pitchFamily="34" charset="0"/>
          </a:endParaRPr>
        </a:p>
      </dsp:txBody>
      <dsp:txXfrm>
        <a:off x="35982" y="69307"/>
        <a:ext cx="5570010" cy="665135"/>
      </dsp:txXfrm>
    </dsp:sp>
    <dsp:sp modelId="{19ABF6EC-F20F-4360-A06E-5906D5649D7F}">
      <dsp:nvSpPr>
        <dsp:cNvPr id="0" name=""/>
        <dsp:cNvSpPr/>
      </dsp:nvSpPr>
      <dsp:spPr>
        <a:xfrm>
          <a:off x="0" y="856825"/>
          <a:ext cx="5641974" cy="737099"/>
        </a:xfrm>
        <a:prstGeom prst="roundRect">
          <a:avLst/>
        </a:prstGeom>
        <a:solidFill>
          <a:schemeClr val="accent5">
            <a:hueOff val="471357"/>
            <a:satOff val="-2254"/>
            <a:lumOff val="247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Aptos" panose="020B0004020202020204" pitchFamily="34" charset="0"/>
            </a:rPr>
            <a:t>Predict delayed vs normal trips</a:t>
          </a:r>
        </a:p>
      </dsp:txBody>
      <dsp:txXfrm>
        <a:off x="35982" y="892807"/>
        <a:ext cx="5570010" cy="665135"/>
      </dsp:txXfrm>
    </dsp:sp>
    <dsp:sp modelId="{EA4F2921-91D0-48B0-A3FC-05D73F06B066}">
      <dsp:nvSpPr>
        <dsp:cNvPr id="0" name=""/>
        <dsp:cNvSpPr/>
      </dsp:nvSpPr>
      <dsp:spPr>
        <a:xfrm>
          <a:off x="0" y="1680324"/>
          <a:ext cx="5641974" cy="737099"/>
        </a:xfrm>
        <a:prstGeom prst="roundRect">
          <a:avLst/>
        </a:prstGeom>
        <a:solidFill>
          <a:schemeClr val="accent5">
            <a:hueOff val="942713"/>
            <a:satOff val="-4508"/>
            <a:lumOff val="494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Aptos" panose="020B0004020202020204" pitchFamily="34" charset="0"/>
            </a:rPr>
            <a:t>Target: status → high-risk</a:t>
          </a:r>
        </a:p>
      </dsp:txBody>
      <dsp:txXfrm>
        <a:off x="35982" y="1716306"/>
        <a:ext cx="5570010" cy="665135"/>
      </dsp:txXfrm>
    </dsp:sp>
    <dsp:sp modelId="{7A301359-71CB-43D0-B5B4-E35138D15846}">
      <dsp:nvSpPr>
        <dsp:cNvPr id="0" name=""/>
        <dsp:cNvSpPr/>
      </dsp:nvSpPr>
      <dsp:spPr>
        <a:xfrm>
          <a:off x="0" y="2503825"/>
          <a:ext cx="5641974" cy="737099"/>
        </a:xfrm>
        <a:prstGeom prst="roundRect">
          <a:avLst/>
        </a:prstGeom>
        <a:solidFill>
          <a:schemeClr val="accent5">
            <a:hueOff val="1414070"/>
            <a:satOff val="-6762"/>
            <a:lumOff val="741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000" b="1" kern="1200">
              <a:latin typeface="Aptos" panose="020B0004020202020204" pitchFamily="34" charset="0"/>
            </a:rPr>
            <a:t>Regression</a:t>
          </a:r>
          <a:endParaRPr lang="en-US" sz="3000" kern="1200">
            <a:latin typeface="Aptos" panose="020B0004020202020204" pitchFamily="34" charset="0"/>
          </a:endParaRPr>
        </a:p>
      </dsp:txBody>
      <dsp:txXfrm>
        <a:off x="35982" y="2539807"/>
        <a:ext cx="5570010" cy="665135"/>
      </dsp:txXfrm>
    </dsp:sp>
    <dsp:sp modelId="{F4E4BFC5-B272-48EF-9E75-F5F2468DBD0B}">
      <dsp:nvSpPr>
        <dsp:cNvPr id="0" name=""/>
        <dsp:cNvSpPr/>
      </dsp:nvSpPr>
      <dsp:spPr>
        <a:xfrm>
          <a:off x="0" y="3327325"/>
          <a:ext cx="5641974" cy="737099"/>
        </a:xfrm>
        <a:prstGeom prst="roundRect">
          <a:avLst/>
        </a:prstGeom>
        <a:solidFill>
          <a:schemeClr val="accent5">
            <a:hueOff val="1885427"/>
            <a:satOff val="-9016"/>
            <a:lumOff val="988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Aptos" panose="020B0004020202020204" pitchFamily="34" charset="0"/>
            </a:rPr>
            <a:t>Predict maintenance cost</a:t>
          </a:r>
        </a:p>
      </dsp:txBody>
      <dsp:txXfrm>
        <a:off x="35982" y="3363307"/>
        <a:ext cx="5570010" cy="665135"/>
      </dsp:txXfrm>
    </dsp:sp>
    <dsp:sp modelId="{B6613B10-76F0-4455-A898-6C5633CEF9D8}">
      <dsp:nvSpPr>
        <dsp:cNvPr id="0" name=""/>
        <dsp:cNvSpPr/>
      </dsp:nvSpPr>
      <dsp:spPr>
        <a:xfrm>
          <a:off x="0" y="4150825"/>
          <a:ext cx="5641974" cy="737099"/>
        </a:xfrm>
        <a:prstGeom prst="round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Aptos" panose="020B0004020202020204" pitchFamily="34" charset="0"/>
            </a:rPr>
            <a:t>Target: maintenance cost</a:t>
          </a:r>
        </a:p>
      </dsp:txBody>
      <dsp:txXfrm>
        <a:off x="35982" y="4186807"/>
        <a:ext cx="5570010" cy="6651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D72CBE-F70E-4E1D-B182-37F636A2B7DA}">
      <dsp:nvSpPr>
        <dsp:cNvPr id="0" name=""/>
        <dsp:cNvSpPr/>
      </dsp:nvSpPr>
      <dsp:spPr>
        <a:xfrm>
          <a:off x="0" y="0"/>
          <a:ext cx="7776209" cy="88499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ptos" panose="020B0004020202020204" pitchFamily="34" charset="0"/>
            </a:rPr>
            <a:t>Baseline models failed due to class imbalance</a:t>
          </a:r>
        </a:p>
      </dsp:txBody>
      <dsp:txXfrm>
        <a:off x="25921" y="25921"/>
        <a:ext cx="6746443" cy="833157"/>
      </dsp:txXfrm>
    </dsp:sp>
    <dsp:sp modelId="{3B28E0AF-7CC8-488C-9512-079BAC47381F}">
      <dsp:nvSpPr>
        <dsp:cNvPr id="0" name=""/>
        <dsp:cNvSpPr/>
      </dsp:nvSpPr>
      <dsp:spPr>
        <a:xfrm>
          <a:off x="651257" y="1045908"/>
          <a:ext cx="7776209" cy="884999"/>
        </a:xfrm>
        <a:prstGeom prst="roundRect">
          <a:avLst>
            <a:gd name="adj" fmla="val 10000"/>
          </a:avLst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ptos" panose="020B0004020202020204" pitchFamily="34" charset="0"/>
            </a:rPr>
            <a:t>Balanced Logistic Regression: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Aptos" panose="020B0004020202020204" pitchFamily="34" charset="0"/>
            </a:rPr>
            <a:t>~47% recall on delayed trips</a:t>
          </a:r>
        </a:p>
      </dsp:txBody>
      <dsp:txXfrm>
        <a:off x="677178" y="1071829"/>
        <a:ext cx="6497860" cy="833157"/>
      </dsp:txXfrm>
    </dsp:sp>
    <dsp:sp modelId="{74183C9C-4433-4603-BD99-93F8A152DFDA}">
      <dsp:nvSpPr>
        <dsp:cNvPr id="0" name=""/>
        <dsp:cNvSpPr/>
      </dsp:nvSpPr>
      <dsp:spPr>
        <a:xfrm>
          <a:off x="1292794" y="2091817"/>
          <a:ext cx="7776209" cy="884999"/>
        </a:xfrm>
        <a:prstGeom prst="roundRect">
          <a:avLst>
            <a:gd name="adj" fmla="val 10000"/>
          </a:avLst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ptos" panose="020B0004020202020204" pitchFamily="34" charset="0"/>
            </a:rPr>
            <a:t>Deep learning did NOT outperform ML</a:t>
          </a:r>
        </a:p>
      </dsp:txBody>
      <dsp:txXfrm>
        <a:off x="1318715" y="2117738"/>
        <a:ext cx="6507580" cy="833157"/>
      </dsp:txXfrm>
    </dsp:sp>
    <dsp:sp modelId="{A452FB9C-4CA9-4764-AE3A-AEB5CEE08272}">
      <dsp:nvSpPr>
        <dsp:cNvPr id="0" name=""/>
        <dsp:cNvSpPr/>
      </dsp:nvSpPr>
      <dsp:spPr>
        <a:xfrm>
          <a:off x="1944052" y="3137725"/>
          <a:ext cx="7776209" cy="884999"/>
        </a:xfrm>
        <a:prstGeom prst="roundRect">
          <a:avLst>
            <a:gd name="adj" fmla="val 10000"/>
          </a:avLst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ptos" panose="020B0004020202020204" pitchFamily="34" charset="0"/>
            </a:rPr>
            <a:t>Regression performance limited due to weak predictors</a:t>
          </a:r>
        </a:p>
      </dsp:txBody>
      <dsp:txXfrm>
        <a:off x="1969973" y="3163646"/>
        <a:ext cx="6497860" cy="833157"/>
      </dsp:txXfrm>
    </dsp:sp>
    <dsp:sp modelId="{E5D385CC-6E96-4567-B2FE-E1BF5C246FD4}">
      <dsp:nvSpPr>
        <dsp:cNvPr id="0" name=""/>
        <dsp:cNvSpPr/>
      </dsp:nvSpPr>
      <dsp:spPr>
        <a:xfrm>
          <a:off x="7200959" y="677829"/>
          <a:ext cx="575249" cy="57524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330390" y="677829"/>
        <a:ext cx="316387" cy="432875"/>
      </dsp:txXfrm>
    </dsp:sp>
    <dsp:sp modelId="{46320AE1-5D94-4C04-8AB6-9FB9F2EEAD31}">
      <dsp:nvSpPr>
        <dsp:cNvPr id="0" name=""/>
        <dsp:cNvSpPr/>
      </dsp:nvSpPr>
      <dsp:spPr>
        <a:xfrm>
          <a:off x="7852217" y="1723737"/>
          <a:ext cx="575249" cy="57524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920933"/>
            <a:satOff val="6135"/>
            <a:lumOff val="56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920933"/>
              <a:satOff val="6135"/>
              <a:lumOff val="5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981648" y="1723737"/>
        <a:ext cx="316387" cy="432875"/>
      </dsp:txXfrm>
    </dsp:sp>
    <dsp:sp modelId="{FB7BB219-45AC-4E32-933F-7DB67094D0D4}">
      <dsp:nvSpPr>
        <dsp:cNvPr id="0" name=""/>
        <dsp:cNvSpPr/>
      </dsp:nvSpPr>
      <dsp:spPr>
        <a:xfrm>
          <a:off x="8493754" y="2769646"/>
          <a:ext cx="575249" cy="57524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841865"/>
            <a:satOff val="12270"/>
            <a:lumOff val="1122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841865"/>
              <a:satOff val="12270"/>
              <a:lumOff val="11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623185" y="2769646"/>
        <a:ext cx="316387" cy="4328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0E72F5B-7593-4586-8BAC-D3352F2F1125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42F7-6D54-4003-8AB8-35470536EEF6}" type="slidenum">
              <a:rPr lang="en-CA" smtClean="0"/>
              <a:t>‹#›</a:t>
            </a:fld>
            <a:endParaRPr lang="en-C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550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72F5B-7593-4586-8BAC-D3352F2F1125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42F7-6D54-4003-8AB8-35470536EE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9303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72F5B-7593-4586-8BAC-D3352F2F1125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42F7-6D54-4003-8AB8-35470536EEF6}" type="slidenum">
              <a:rPr lang="en-CA" smtClean="0"/>
              <a:t>‹#›</a:t>
            </a:fld>
            <a:endParaRPr lang="en-C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514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72F5B-7593-4586-8BAC-D3352F2F1125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42F7-6D54-4003-8AB8-35470536EE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9546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72F5B-7593-4586-8BAC-D3352F2F1125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42F7-6D54-4003-8AB8-35470536EE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2110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72F5B-7593-4586-8BAC-D3352F2F1125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42F7-6D54-4003-8AB8-35470536EE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1904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72F5B-7593-4586-8BAC-D3352F2F1125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42F7-6D54-4003-8AB8-35470536EE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5170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72F5B-7593-4586-8BAC-D3352F2F1125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42F7-6D54-4003-8AB8-35470536EE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3088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72F5B-7593-4586-8BAC-D3352F2F1125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42F7-6D54-4003-8AB8-35470536EEF6}" type="slidenum">
              <a:rPr lang="en-CA" smtClean="0"/>
              <a:t>‹#›</a:t>
            </a:fld>
            <a:endParaRPr lang="en-C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332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72F5B-7593-4586-8BAC-D3352F2F1125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42F7-6D54-4003-8AB8-35470536EE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3873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72F5B-7593-4586-8BAC-D3352F2F1125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42F7-6D54-4003-8AB8-35470536EEF6}" type="slidenum">
              <a:rPr lang="en-CA" smtClean="0"/>
              <a:t>‹#›</a:t>
            </a:fld>
            <a:endParaRPr lang="en-CA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24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0E72F5B-7593-4586-8BAC-D3352F2F1125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8F142F7-6D54-4003-8AB8-35470536EEF6}" type="slidenum">
              <a:rPr lang="en-CA" smtClean="0"/>
              <a:t>‹#›</a:t>
            </a:fld>
            <a:endParaRPr lang="en-CA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362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abac.org/blog/machine-learning-applications-and-examples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sa/3.0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ai-fleet-demand-metromove-08qov4sdpgtreftqbj6ysu.streamlit.app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chine learning diagram with text and icons">
            <a:extLst>
              <a:ext uri="{FF2B5EF4-FFF2-40B4-BE49-F238E27FC236}">
                <a16:creationId xmlns:a16="http://schemas.microsoft.com/office/drawing/2014/main" id="{899E9C2E-50F4-C0A0-6522-E542480B4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73D1BC-5B35-DDCF-49D4-E8407EB88CC9}"/>
              </a:ext>
            </a:extLst>
          </p:cNvPr>
          <p:cNvSpPr txBox="1"/>
          <p:nvPr/>
        </p:nvSpPr>
        <p:spPr>
          <a:xfrm>
            <a:off x="1952625" y="5362575"/>
            <a:ext cx="82867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900">
                <a:hlinkClick r:id="rId3" tooltip="https://iabac.org/blog/machine-learning-applications-and-examples"/>
              </a:rPr>
              <a:t>This Photo</a:t>
            </a:r>
            <a:r>
              <a:rPr lang="en-CA" sz="900"/>
              <a:t> by Unknown Author is licensed under </a:t>
            </a:r>
            <a:r>
              <a:rPr lang="en-CA" sz="900">
                <a:hlinkClick r:id="rId4" tooltip="https://creativecommons.org/licenses/by-sa/3.0/"/>
              </a:rPr>
              <a:t>CC BY-SA</a:t>
            </a:r>
            <a:endParaRPr lang="en-CA" sz="900"/>
          </a:p>
        </p:txBody>
      </p:sp>
    </p:spTree>
    <p:extLst>
      <p:ext uri="{BB962C8B-B14F-4D97-AF65-F5344CB8AC3E}">
        <p14:creationId xmlns:p14="http://schemas.microsoft.com/office/powerpoint/2010/main" val="19498320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digitally rendered city with numbers">
            <a:extLst>
              <a:ext uri="{FF2B5EF4-FFF2-40B4-BE49-F238E27FC236}">
                <a16:creationId xmlns:a16="http://schemas.microsoft.com/office/drawing/2014/main" id="{4FF0AA45-C75C-E0E5-9100-1AEBDC8F3B8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6221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1540EA-1F58-5B99-2958-B0022ACE6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AI-Based Fleet Performance &amp; Risk Prediction System</a:t>
            </a:r>
            <a:endParaRPr lang="en-CA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1797F4-7A15-31B5-1F76-46C13A736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MetroMove Transit Service</a:t>
            </a:r>
          </a:p>
          <a:p>
            <a:endParaRPr lang="en-CA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649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478A2B-59D8-2270-7D3A-FFE8C51A2B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730753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6626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B21357E3-8787-3615-9CB7-A2A222F45D6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60D60E-E37F-6429-DED0-FC2D5E0CF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>
                <a:solidFill>
                  <a:srgbClr val="FFFFFF"/>
                </a:solidFill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D991C-E62A-45E3-B6F8-4B56666EC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Aptos" panose="020B0004020202020204" pitchFamily="34" charset="0"/>
              </a:rPr>
              <a:t>Frequent trip delays</a:t>
            </a:r>
          </a:p>
          <a:p>
            <a:r>
              <a:rPr lang="en-US" dirty="0">
                <a:solidFill>
                  <a:srgbClr val="FFFFFF"/>
                </a:solidFill>
                <a:latin typeface="Aptos" panose="020B0004020202020204" pitchFamily="34" charset="0"/>
              </a:rPr>
              <a:t>High and unpredictable maintenance costs</a:t>
            </a:r>
          </a:p>
          <a:p>
            <a:r>
              <a:rPr lang="en-US" dirty="0">
                <a:solidFill>
                  <a:srgbClr val="FFFFFF"/>
                </a:solidFill>
                <a:latin typeface="Aptos" panose="020B0004020202020204" pitchFamily="34" charset="0"/>
              </a:rPr>
              <a:t>Unsafe driving behavior</a:t>
            </a:r>
          </a:p>
          <a:p>
            <a:r>
              <a:rPr lang="en-US" dirty="0">
                <a:solidFill>
                  <a:srgbClr val="FFFFFF"/>
                </a:solidFill>
                <a:latin typeface="Aptos" panose="020B0004020202020204" pitchFamily="34" charset="0"/>
              </a:rPr>
              <a:t>Lack of data-driven decision tools</a:t>
            </a:r>
          </a:p>
          <a:p>
            <a:endParaRPr lang="en-CA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77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arge car parking lot from above">
            <a:extLst>
              <a:ext uri="{FF2B5EF4-FFF2-40B4-BE49-F238E27FC236}">
                <a16:creationId xmlns:a16="http://schemas.microsoft.com/office/drawing/2014/main" id="{8B54CDA5-6D08-D329-A033-6A572D065F1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6136" b="927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D1C6AF-3EED-AF55-CA5E-D6FBC89BC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>
                <a:solidFill>
                  <a:schemeClr val="tx1"/>
                </a:solidFill>
              </a:rPr>
              <a:t>Project Objectives</a:t>
            </a:r>
            <a:endParaRPr lang="en-CA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08D8B-57CC-62E3-BCED-994458DFA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Predict high-risk (delayed) trips</a:t>
            </a:r>
          </a:p>
          <a:p>
            <a:r>
              <a:rPr lang="en-US" dirty="0">
                <a:latin typeface="Aptos" panose="020B0004020202020204" pitchFamily="34" charset="0"/>
              </a:rPr>
              <a:t>Predict vehicle maintenance cost</a:t>
            </a:r>
          </a:p>
          <a:p>
            <a:r>
              <a:rPr lang="en-US" dirty="0">
                <a:latin typeface="Aptos" panose="020B0004020202020204" pitchFamily="34" charset="0"/>
              </a:rPr>
              <a:t>Compare ML vs Deep Learning models</a:t>
            </a:r>
          </a:p>
          <a:p>
            <a:r>
              <a:rPr lang="en-US" dirty="0">
                <a:latin typeface="Aptos" panose="020B0004020202020204" pitchFamily="34" charset="0"/>
              </a:rPr>
              <a:t>Deploy a cloud-based prediction app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519725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peedometer">
            <a:extLst>
              <a:ext uri="{FF2B5EF4-FFF2-40B4-BE49-F238E27FC236}">
                <a16:creationId xmlns:a16="http://schemas.microsoft.com/office/drawing/2014/main" id="{4774A09E-A156-3607-0C23-9A84BB43C7E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t="963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6F5BA6-B5DC-96B9-9CC6-FA8562556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>
                <a:solidFill>
                  <a:srgbClr val="FFFFFF"/>
                </a:solidFill>
              </a:rPr>
              <a:t>Dataset Overview</a:t>
            </a:r>
            <a:endParaRPr lang="en-CA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56D61-2877-FB58-C2FA-BC6E6457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Aptos" panose="020B0004020202020204" pitchFamily="34" charset="0"/>
              </a:rPr>
              <a:t>Source: Kaggle Fleet Dataset</a:t>
            </a:r>
          </a:p>
          <a:p>
            <a:r>
              <a:rPr lang="en-US" dirty="0">
                <a:solidFill>
                  <a:srgbClr val="FFFFFF"/>
                </a:solidFill>
                <a:latin typeface="Aptos" panose="020B0004020202020204" pitchFamily="34" charset="0"/>
              </a:rPr>
              <a:t>5,000 trip records</a:t>
            </a:r>
          </a:p>
          <a:p>
            <a:r>
              <a:rPr lang="en-US" dirty="0">
                <a:solidFill>
                  <a:srgbClr val="FFFFFF"/>
                </a:solidFill>
                <a:latin typeface="Aptos" panose="020B0004020202020204" pitchFamily="34" charset="0"/>
              </a:rPr>
              <a:t>Vehicle, GPS, cost, behavior, and time features</a:t>
            </a:r>
          </a:p>
          <a:p>
            <a:r>
              <a:rPr lang="en-US" dirty="0">
                <a:solidFill>
                  <a:srgbClr val="FFFFFF"/>
                </a:solidFill>
                <a:latin typeface="Aptos" panose="020B0004020202020204" pitchFamily="34" charset="0"/>
              </a:rPr>
              <a:t>No missing values</a:t>
            </a:r>
          </a:p>
          <a:p>
            <a:endParaRPr lang="en-CA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0393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19799A-2CDD-2305-9FDD-7A2A29478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en-CA" b="1">
                <a:solidFill>
                  <a:srgbClr val="FFFFFF"/>
                </a:solidFill>
              </a:rPr>
              <a:t>Machine Learning Tasks</a:t>
            </a:r>
            <a:endParaRPr lang="en-CA">
              <a:solidFill>
                <a:srgbClr val="FFFFFF"/>
              </a:solidFill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61E7CED5-88FC-2F7C-2612-8682ABC9A8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3557219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42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109556B-EAE9-4435-B409-0519F2CB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55226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C5A416-612B-6F8C-13FA-F561ED293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07027" cy="1499616"/>
          </a:xfrm>
        </p:spPr>
        <p:txBody>
          <a:bodyPr>
            <a:normAutofit/>
          </a:bodyPr>
          <a:lstStyle/>
          <a:p>
            <a:r>
              <a:rPr lang="en-CA" b="1">
                <a:solidFill>
                  <a:srgbClr val="FFFFFF"/>
                </a:solidFill>
              </a:rPr>
              <a:t>Models Used</a:t>
            </a:r>
            <a:endParaRPr lang="en-CA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14CCBE-423E-41B2-A9F3-82679F490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D88F-6B7E-E82F-4584-1A6097AD6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6007027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rgbClr val="FFFFFF"/>
                </a:solidFill>
                <a:latin typeface="Aptos" panose="020B0004020202020204" pitchFamily="34" charset="0"/>
              </a:rPr>
              <a:t>Classification</a:t>
            </a:r>
          </a:p>
          <a:p>
            <a:r>
              <a:rPr lang="en-US" dirty="0">
                <a:solidFill>
                  <a:srgbClr val="FFFFFF"/>
                </a:solidFill>
                <a:latin typeface="Aptos" panose="020B0004020202020204" pitchFamily="34" charset="0"/>
              </a:rPr>
              <a:t>Logistic Regression</a:t>
            </a:r>
          </a:p>
          <a:p>
            <a:r>
              <a:rPr lang="en-US" dirty="0">
                <a:solidFill>
                  <a:srgbClr val="FFFFFF"/>
                </a:solidFill>
                <a:latin typeface="Aptos" panose="020B0004020202020204" pitchFamily="34" charset="0"/>
              </a:rPr>
              <a:t>Random Forest</a:t>
            </a:r>
          </a:p>
          <a:p>
            <a:r>
              <a:rPr lang="en-US" dirty="0">
                <a:solidFill>
                  <a:srgbClr val="FFFFFF"/>
                </a:solidFill>
                <a:latin typeface="Aptos" panose="020B0004020202020204" pitchFamily="34" charset="0"/>
              </a:rPr>
              <a:t>Balanced Logistic Regression</a:t>
            </a:r>
          </a:p>
          <a:p>
            <a:r>
              <a:rPr lang="en-US" dirty="0">
                <a:solidFill>
                  <a:srgbClr val="FFFFFF"/>
                </a:solidFill>
                <a:latin typeface="Aptos" panose="020B0004020202020204" pitchFamily="34" charset="0"/>
              </a:rPr>
              <a:t>Deep Learning (Neural Network)</a:t>
            </a:r>
          </a:p>
          <a:p>
            <a:pPr marL="0" indent="0">
              <a:buNone/>
            </a:pPr>
            <a:r>
              <a:rPr lang="en-CA" sz="2400" b="1" dirty="0">
                <a:solidFill>
                  <a:srgbClr val="FFFFFF"/>
                </a:solidFill>
                <a:latin typeface="Aptos" panose="020B0004020202020204" pitchFamily="34" charset="0"/>
              </a:rPr>
              <a:t>Regression</a:t>
            </a:r>
          </a:p>
          <a:p>
            <a:r>
              <a:rPr lang="en-CA" dirty="0">
                <a:solidFill>
                  <a:srgbClr val="FFFFFF"/>
                </a:solidFill>
                <a:latin typeface="Aptos" panose="020B0004020202020204" pitchFamily="34" charset="0"/>
              </a:rPr>
              <a:t>Linear Regression</a:t>
            </a:r>
          </a:p>
          <a:p>
            <a:r>
              <a:rPr lang="en-CA" dirty="0">
                <a:solidFill>
                  <a:srgbClr val="FFFFFF"/>
                </a:solidFill>
                <a:latin typeface="Aptos" panose="020B0004020202020204" pitchFamily="34" charset="0"/>
              </a:rPr>
              <a:t>Random Forest Regressor</a:t>
            </a:r>
          </a:p>
          <a:p>
            <a:pPr marL="0" indent="0">
              <a:buNone/>
            </a:pPr>
            <a:endParaRPr lang="en-CA" dirty="0">
              <a:solidFill>
                <a:srgbClr val="FFFFFF"/>
              </a:solidFill>
            </a:endParaRPr>
          </a:p>
        </p:txBody>
      </p:sp>
      <p:pic>
        <p:nvPicPr>
          <p:cNvPr id="5" name="Picture 4" descr="Arrows going up">
            <a:extLst>
              <a:ext uri="{FF2B5EF4-FFF2-40B4-BE49-F238E27FC236}">
                <a16:creationId xmlns:a16="http://schemas.microsoft.com/office/drawing/2014/main" id="{4B32099B-F736-6568-9C60-D8883A17E2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16" r="11263" b="2"/>
          <a:stretch>
            <a:fillRect/>
          </a:stretch>
        </p:blipFill>
        <p:spPr>
          <a:xfrm>
            <a:off x="7552266" y="10"/>
            <a:ext cx="4639734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83586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E554E-6423-20E4-825A-B2562BEBF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CA" b="1" dirty="0"/>
              <a:t>Key Results</a:t>
            </a:r>
            <a:endParaRPr lang="en-CA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2066C4-F153-5734-36E2-F6044DF372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8032653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0364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23430B4-C2B6-48DA-A79F-757492AF8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80FBF-A6E9-7DA9-AA9C-B2857EB1F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59317"/>
            <a:ext cx="4389120" cy="1749552"/>
          </a:xfrm>
        </p:spPr>
        <p:txBody>
          <a:bodyPr>
            <a:normAutofit/>
          </a:bodyPr>
          <a:lstStyle/>
          <a:p>
            <a:r>
              <a:rPr lang="en-CA" sz="4400" b="1"/>
              <a:t>Cloud Deployment</a:t>
            </a:r>
            <a:endParaRPr lang="en-CA" sz="44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153BDBF-1B08-496E-BED4-E0DE721A0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97820-2A26-BBAB-D64E-F5D586D37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4389120" cy="393192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Aptos" panose="020B0004020202020204" pitchFamily="34" charset="0"/>
              </a:rPr>
              <a:t>Built with Streamlit</a:t>
            </a:r>
          </a:p>
          <a:p>
            <a:r>
              <a:rPr lang="en-US" sz="1800" dirty="0">
                <a:latin typeface="Aptos" panose="020B0004020202020204" pitchFamily="34" charset="0"/>
              </a:rPr>
              <a:t>User inputs trip details</a:t>
            </a:r>
          </a:p>
          <a:p>
            <a:r>
              <a:rPr lang="en-US" sz="1800" dirty="0">
                <a:latin typeface="Aptos" panose="020B0004020202020204" pitchFamily="34" charset="0"/>
              </a:rPr>
              <a:t>Predicts: 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Risk level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Maintenance cost</a:t>
            </a:r>
          </a:p>
          <a:p>
            <a:r>
              <a:rPr lang="en-US" sz="1800" dirty="0">
                <a:latin typeface="Aptos" panose="020B0004020202020204" pitchFamily="34" charset="0"/>
              </a:rPr>
              <a:t>Public web access</a:t>
            </a:r>
          </a:p>
          <a:p>
            <a:pPr marL="0" indent="0">
              <a:buNone/>
            </a:pPr>
            <a:r>
              <a:rPr lang="en-US" sz="1800" b="1" dirty="0"/>
              <a:t>Link (small text):</a:t>
            </a:r>
            <a:br>
              <a:rPr lang="en-US" sz="1800" dirty="0"/>
            </a:br>
            <a:r>
              <a:rPr lang="en-US" sz="1800" dirty="0">
                <a:hlinkClick r:id="rId2"/>
              </a:rPr>
              <a:t>https://ai-fleet-demand-metromove-08qov4sdpgtreftqbj6ysu.streamlit.app/</a:t>
            </a:r>
            <a:r>
              <a:rPr lang="en-US" sz="1800" dirty="0"/>
              <a:t> </a:t>
            </a:r>
            <a:endParaRPr lang="en-CA" sz="1800" dirty="0"/>
          </a:p>
        </p:txBody>
      </p:sp>
      <p:pic>
        <p:nvPicPr>
          <p:cNvPr id="7" name="Graphic 6" descr="Cloud Computing">
            <a:extLst>
              <a:ext uri="{FF2B5EF4-FFF2-40B4-BE49-F238E27FC236}">
                <a16:creationId xmlns:a16="http://schemas.microsoft.com/office/drawing/2014/main" id="{B46F331C-752C-D471-45BF-005317F56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56116" y="1342665"/>
            <a:ext cx="4175762" cy="417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650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FAB75-DA21-0721-75F4-6E06709F7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8" cy="1499616"/>
          </a:xfrm>
        </p:spPr>
        <p:txBody>
          <a:bodyPr>
            <a:normAutofit/>
          </a:bodyPr>
          <a:lstStyle/>
          <a:p>
            <a:r>
              <a:rPr lang="en-CA" b="1" dirty="0"/>
              <a:t>Conclusion &amp; Future Work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A0BA8-71D8-9006-E0C5-13CEC8DDE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6066818" cy="4023360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ML improves fleet decision-making</a:t>
            </a:r>
          </a:p>
          <a:p>
            <a:r>
              <a:rPr lang="en-US" dirty="0">
                <a:latin typeface="Aptos" panose="020B0004020202020204" pitchFamily="34" charset="0"/>
              </a:rPr>
              <a:t>Balanced models handle risk better</a:t>
            </a:r>
          </a:p>
          <a:p>
            <a:r>
              <a:rPr lang="en-US" dirty="0">
                <a:latin typeface="Aptos" panose="020B0004020202020204" pitchFamily="34" charset="0"/>
              </a:rPr>
              <a:t>Deep learning requires richer data</a:t>
            </a:r>
          </a:p>
          <a:p>
            <a:r>
              <a:rPr lang="en-US" dirty="0">
                <a:latin typeface="Aptos" panose="020B0004020202020204" pitchFamily="34" charset="0"/>
              </a:rPr>
              <a:t>Future improvements: 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Real-time telemetry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Time-series forecasting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Advanced dashboards</a:t>
            </a:r>
          </a:p>
          <a:p>
            <a:endParaRPr lang="en-CA" dirty="0"/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743AEDED-81AC-4D39-CBD0-4A610BD07D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68" r="36072" b="-1"/>
          <a:stretch>
            <a:fillRect/>
          </a:stretch>
        </p:blipFill>
        <p:spPr>
          <a:xfrm>
            <a:off x="7552266" y="10"/>
            <a:ext cx="463973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831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113</TotalTime>
  <Words>237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Tw Cen MT</vt:lpstr>
      <vt:lpstr>Tw Cen MT Condensed</vt:lpstr>
      <vt:lpstr>Wingdings 3</vt:lpstr>
      <vt:lpstr>Integral</vt:lpstr>
      <vt:lpstr>PowerPoint Presentation</vt:lpstr>
      <vt:lpstr>AI-Based Fleet Performance &amp; Risk Prediction System</vt:lpstr>
      <vt:lpstr>PowerPoint Presentation</vt:lpstr>
      <vt:lpstr>Business Problem</vt:lpstr>
      <vt:lpstr>Project Objectives</vt:lpstr>
      <vt:lpstr>Dataset Overview</vt:lpstr>
      <vt:lpstr>Machine Learning Tasks</vt:lpstr>
      <vt:lpstr>Models Used</vt:lpstr>
      <vt:lpstr>Key Results</vt:lpstr>
      <vt:lpstr>Cloud Deployment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Asare, Matthew</dc:creator>
  <cp:lastModifiedBy>Ogbechie Christopher</cp:lastModifiedBy>
  <cp:revision>2</cp:revision>
  <dcterms:created xsi:type="dcterms:W3CDTF">2025-12-12T21:02:48Z</dcterms:created>
  <dcterms:modified xsi:type="dcterms:W3CDTF">2025-12-13T00:18:13Z</dcterms:modified>
</cp:coreProperties>
</file>